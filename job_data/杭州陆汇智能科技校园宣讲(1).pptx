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80" r:id="rId22"/>
    <p:sldId id="282" r:id="rId23"/>
    <p:sldId id="284" r:id="rId24"/>
    <p:sldId id="286" r:id="rId25"/>
  </p:sldIdLst>
  <p:sldSz cx="12192000" cy="6858000"/>
  <p:notesSz cx="12192000" cy="6858000"/>
  <p:custDataLst>
    <p:tags r:id="rId3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7" userDrawn="1">
          <p15:clr>
            <a:srgbClr val="A4A3A4"/>
          </p15:clr>
        </p15:guide>
        <p15:guide id="2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7"/>
        <p:guide pos="217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30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3834" y="114"/>
            <a:ext cx="7938165" cy="68578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250847" y="4059997"/>
            <a:ext cx="1941195" cy="2798445"/>
          </a:xfrm>
          <a:custGeom>
            <a:avLst/>
            <a:gdLst/>
            <a:ahLst/>
            <a:cxnLst/>
            <a:rect l="l" t="t" r="r" b="b"/>
            <a:pathLst>
              <a:path w="1941195" h="2798445">
                <a:moveTo>
                  <a:pt x="759342" y="2798003"/>
                </a:moveTo>
                <a:lnTo>
                  <a:pt x="0" y="2798003"/>
                </a:lnTo>
                <a:lnTo>
                  <a:pt x="19658" y="2770989"/>
                </a:lnTo>
                <a:lnTo>
                  <a:pt x="69706" y="2703659"/>
                </a:lnTo>
                <a:lnTo>
                  <a:pt x="118275" y="2639617"/>
                </a:lnTo>
                <a:lnTo>
                  <a:pt x="165122" y="2579010"/>
                </a:lnTo>
                <a:lnTo>
                  <a:pt x="210007" y="2521983"/>
                </a:lnTo>
                <a:lnTo>
                  <a:pt x="252688" y="2468683"/>
                </a:lnTo>
                <a:lnTo>
                  <a:pt x="292924" y="2419254"/>
                </a:lnTo>
                <a:lnTo>
                  <a:pt x="330474" y="2373843"/>
                </a:lnTo>
                <a:lnTo>
                  <a:pt x="365095" y="2332596"/>
                </a:lnTo>
                <a:lnTo>
                  <a:pt x="396548" y="2295658"/>
                </a:lnTo>
                <a:lnTo>
                  <a:pt x="424590" y="2263176"/>
                </a:lnTo>
                <a:lnTo>
                  <a:pt x="469477" y="2212161"/>
                </a:lnTo>
                <a:lnTo>
                  <a:pt x="497825" y="2180717"/>
                </a:lnTo>
                <a:lnTo>
                  <a:pt x="566648" y="2106841"/>
                </a:lnTo>
                <a:lnTo>
                  <a:pt x="624144" y="2044121"/>
                </a:lnTo>
                <a:lnTo>
                  <a:pt x="680209" y="1981860"/>
                </a:lnTo>
                <a:lnTo>
                  <a:pt x="734861" y="1920066"/>
                </a:lnTo>
                <a:lnTo>
                  <a:pt x="788117" y="1858748"/>
                </a:lnTo>
                <a:lnTo>
                  <a:pt x="839996" y="1797913"/>
                </a:lnTo>
                <a:lnTo>
                  <a:pt x="890516" y="1737568"/>
                </a:lnTo>
                <a:lnTo>
                  <a:pt x="939695" y="1677723"/>
                </a:lnTo>
                <a:lnTo>
                  <a:pt x="987551" y="1618384"/>
                </a:lnTo>
                <a:lnTo>
                  <a:pt x="1034102" y="1559560"/>
                </a:lnTo>
                <a:lnTo>
                  <a:pt x="1079366" y="1501258"/>
                </a:lnTo>
                <a:lnTo>
                  <a:pt x="1123361" y="1443487"/>
                </a:lnTo>
                <a:lnTo>
                  <a:pt x="1166105" y="1386254"/>
                </a:lnTo>
                <a:lnTo>
                  <a:pt x="1207616" y="1329567"/>
                </a:lnTo>
                <a:lnTo>
                  <a:pt x="1247913" y="1273435"/>
                </a:lnTo>
                <a:lnTo>
                  <a:pt x="1287012" y="1217864"/>
                </a:lnTo>
                <a:lnTo>
                  <a:pt x="1324933" y="1162863"/>
                </a:lnTo>
                <a:lnTo>
                  <a:pt x="1361693" y="1108440"/>
                </a:lnTo>
                <a:lnTo>
                  <a:pt x="1397311" y="1054602"/>
                </a:lnTo>
                <a:lnTo>
                  <a:pt x="1431803" y="1001358"/>
                </a:lnTo>
                <a:lnTo>
                  <a:pt x="1465190" y="948715"/>
                </a:lnTo>
                <a:lnTo>
                  <a:pt x="1497487" y="896681"/>
                </a:lnTo>
                <a:lnTo>
                  <a:pt x="1528714" y="845265"/>
                </a:lnTo>
                <a:lnTo>
                  <a:pt x="1558889" y="794474"/>
                </a:lnTo>
                <a:lnTo>
                  <a:pt x="1588029" y="744315"/>
                </a:lnTo>
                <a:lnTo>
                  <a:pt x="1616153" y="694797"/>
                </a:lnTo>
                <a:lnTo>
                  <a:pt x="1643278" y="645928"/>
                </a:lnTo>
                <a:lnTo>
                  <a:pt x="1669423" y="597716"/>
                </a:lnTo>
                <a:lnTo>
                  <a:pt x="1694606" y="550168"/>
                </a:lnTo>
                <a:lnTo>
                  <a:pt x="1718844" y="503292"/>
                </a:lnTo>
                <a:lnTo>
                  <a:pt x="1742156" y="457097"/>
                </a:lnTo>
                <a:lnTo>
                  <a:pt x="1764560" y="411589"/>
                </a:lnTo>
                <a:lnTo>
                  <a:pt x="1786074" y="366778"/>
                </a:lnTo>
                <a:lnTo>
                  <a:pt x="1806715" y="322670"/>
                </a:lnTo>
                <a:lnTo>
                  <a:pt x="1826503" y="279275"/>
                </a:lnTo>
                <a:lnTo>
                  <a:pt x="1845454" y="236598"/>
                </a:lnTo>
                <a:lnTo>
                  <a:pt x="1863587" y="194650"/>
                </a:lnTo>
                <a:lnTo>
                  <a:pt x="1880921" y="153437"/>
                </a:lnTo>
                <a:lnTo>
                  <a:pt x="1897472" y="112967"/>
                </a:lnTo>
                <a:lnTo>
                  <a:pt x="1913260" y="73248"/>
                </a:lnTo>
                <a:lnTo>
                  <a:pt x="1928301" y="34288"/>
                </a:lnTo>
                <a:lnTo>
                  <a:pt x="1941152" y="0"/>
                </a:lnTo>
                <a:lnTo>
                  <a:pt x="1941152" y="1366728"/>
                </a:lnTo>
                <a:lnTo>
                  <a:pt x="1481203" y="1870774"/>
                </a:lnTo>
                <a:lnTo>
                  <a:pt x="1413227" y="1946365"/>
                </a:lnTo>
                <a:lnTo>
                  <a:pt x="1346114" y="2021944"/>
                </a:lnTo>
                <a:lnTo>
                  <a:pt x="1312936" y="2059740"/>
                </a:lnTo>
                <a:lnTo>
                  <a:pt x="1280037" y="2097548"/>
                </a:lnTo>
                <a:lnTo>
                  <a:pt x="1247440" y="2135371"/>
                </a:lnTo>
                <a:lnTo>
                  <a:pt x="1215165" y="2173214"/>
                </a:lnTo>
                <a:lnTo>
                  <a:pt x="1183234" y="2211083"/>
                </a:lnTo>
                <a:lnTo>
                  <a:pt x="1151669" y="2248982"/>
                </a:lnTo>
                <a:lnTo>
                  <a:pt x="1116716" y="2291713"/>
                </a:lnTo>
                <a:lnTo>
                  <a:pt x="1082581" y="2334421"/>
                </a:lnTo>
                <a:lnTo>
                  <a:pt x="1049254" y="2377096"/>
                </a:lnTo>
                <a:lnTo>
                  <a:pt x="1016725" y="2419727"/>
                </a:lnTo>
                <a:lnTo>
                  <a:pt x="984984" y="2462304"/>
                </a:lnTo>
                <a:lnTo>
                  <a:pt x="954020" y="2504819"/>
                </a:lnTo>
                <a:lnTo>
                  <a:pt x="923825" y="2547260"/>
                </a:lnTo>
                <a:lnTo>
                  <a:pt x="894388" y="2589618"/>
                </a:lnTo>
                <a:lnTo>
                  <a:pt x="865699" y="2631883"/>
                </a:lnTo>
                <a:lnTo>
                  <a:pt x="837748" y="2674045"/>
                </a:lnTo>
                <a:lnTo>
                  <a:pt x="810525" y="2716093"/>
                </a:lnTo>
                <a:lnTo>
                  <a:pt x="784021" y="2758019"/>
                </a:lnTo>
                <a:lnTo>
                  <a:pt x="759342" y="2798003"/>
                </a:lnTo>
                <a:close/>
              </a:path>
            </a:pathLst>
          </a:custGeom>
          <a:solidFill>
            <a:srgbClr val="FFFFFF">
              <a:alpha val="41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628300" y="4779989"/>
            <a:ext cx="1564005" cy="2078355"/>
          </a:xfrm>
          <a:custGeom>
            <a:avLst/>
            <a:gdLst/>
            <a:ahLst/>
            <a:cxnLst/>
            <a:rect l="l" t="t" r="r" b="b"/>
            <a:pathLst>
              <a:path w="1564004" h="2078354">
                <a:moveTo>
                  <a:pt x="335434" y="2078010"/>
                </a:moveTo>
                <a:lnTo>
                  <a:pt x="0" y="2078010"/>
                </a:lnTo>
                <a:lnTo>
                  <a:pt x="45789" y="2019144"/>
                </a:lnTo>
                <a:lnTo>
                  <a:pt x="95905" y="1956005"/>
                </a:lnTo>
                <a:lnTo>
                  <a:pt x="142960" y="1897843"/>
                </a:lnTo>
                <a:lnTo>
                  <a:pt x="186594" y="1844877"/>
                </a:lnTo>
                <a:lnTo>
                  <a:pt x="226445" y="1797327"/>
                </a:lnTo>
                <a:lnTo>
                  <a:pt x="262154" y="1755412"/>
                </a:lnTo>
                <a:lnTo>
                  <a:pt x="293359" y="1719350"/>
                </a:lnTo>
                <a:lnTo>
                  <a:pt x="319700" y="1689360"/>
                </a:lnTo>
                <a:lnTo>
                  <a:pt x="356344" y="1648472"/>
                </a:lnTo>
                <a:lnTo>
                  <a:pt x="416967" y="1583395"/>
                </a:lnTo>
                <a:lnTo>
                  <a:pt x="463784" y="1532584"/>
                </a:lnTo>
                <a:lnTo>
                  <a:pt x="509660" y="1482070"/>
                </a:lnTo>
                <a:lnTo>
                  <a:pt x="554607" y="1431860"/>
                </a:lnTo>
                <a:lnTo>
                  <a:pt x="598633" y="1381956"/>
                </a:lnTo>
                <a:lnTo>
                  <a:pt x="641747" y="1332362"/>
                </a:lnTo>
                <a:lnTo>
                  <a:pt x="683959" y="1283084"/>
                </a:lnTo>
                <a:lnTo>
                  <a:pt x="725279" y="1234125"/>
                </a:lnTo>
                <a:lnTo>
                  <a:pt x="765717" y="1185489"/>
                </a:lnTo>
                <a:lnTo>
                  <a:pt x="805281" y="1137180"/>
                </a:lnTo>
                <a:lnTo>
                  <a:pt x="843981" y="1089203"/>
                </a:lnTo>
                <a:lnTo>
                  <a:pt x="881827" y="1041562"/>
                </a:lnTo>
                <a:lnTo>
                  <a:pt x="918829" y="994261"/>
                </a:lnTo>
                <a:lnTo>
                  <a:pt x="954995" y="947304"/>
                </a:lnTo>
                <a:lnTo>
                  <a:pt x="990336" y="900695"/>
                </a:lnTo>
                <a:lnTo>
                  <a:pt x="1024861" y="854439"/>
                </a:lnTo>
                <a:lnTo>
                  <a:pt x="1058579" y="808539"/>
                </a:lnTo>
                <a:lnTo>
                  <a:pt x="1091501" y="763000"/>
                </a:lnTo>
                <a:lnTo>
                  <a:pt x="1123634" y="717826"/>
                </a:lnTo>
                <a:lnTo>
                  <a:pt x="1154990" y="673021"/>
                </a:lnTo>
                <a:lnTo>
                  <a:pt x="1185578" y="628590"/>
                </a:lnTo>
                <a:lnTo>
                  <a:pt x="1215406" y="584536"/>
                </a:lnTo>
                <a:lnTo>
                  <a:pt x="1244485" y="540863"/>
                </a:lnTo>
                <a:lnTo>
                  <a:pt x="1272825" y="497577"/>
                </a:lnTo>
                <a:lnTo>
                  <a:pt x="1300434" y="454680"/>
                </a:lnTo>
                <a:lnTo>
                  <a:pt x="1327322" y="412177"/>
                </a:lnTo>
                <a:lnTo>
                  <a:pt x="1353499" y="370073"/>
                </a:lnTo>
                <a:lnTo>
                  <a:pt x="1378975" y="328371"/>
                </a:lnTo>
                <a:lnTo>
                  <a:pt x="1403758" y="287076"/>
                </a:lnTo>
                <a:lnTo>
                  <a:pt x="1427859" y="246191"/>
                </a:lnTo>
                <a:lnTo>
                  <a:pt x="1451286" y="205722"/>
                </a:lnTo>
                <a:lnTo>
                  <a:pt x="1474050" y="165671"/>
                </a:lnTo>
                <a:lnTo>
                  <a:pt x="1496160" y="126044"/>
                </a:lnTo>
                <a:lnTo>
                  <a:pt x="1517625" y="86845"/>
                </a:lnTo>
                <a:lnTo>
                  <a:pt x="1538456" y="48077"/>
                </a:lnTo>
                <a:lnTo>
                  <a:pt x="1558661" y="9744"/>
                </a:lnTo>
                <a:lnTo>
                  <a:pt x="1563699" y="0"/>
                </a:lnTo>
                <a:lnTo>
                  <a:pt x="1563699" y="645042"/>
                </a:lnTo>
                <a:lnTo>
                  <a:pt x="1517772" y="697467"/>
                </a:lnTo>
                <a:lnTo>
                  <a:pt x="1449949" y="773858"/>
                </a:lnTo>
                <a:lnTo>
                  <a:pt x="1312804" y="925713"/>
                </a:lnTo>
                <a:lnTo>
                  <a:pt x="968942" y="1301648"/>
                </a:lnTo>
                <a:lnTo>
                  <a:pt x="867792" y="1413902"/>
                </a:lnTo>
                <a:lnTo>
                  <a:pt x="801390" y="1488718"/>
                </a:lnTo>
                <a:lnTo>
                  <a:pt x="736008" y="1563560"/>
                </a:lnTo>
                <a:lnTo>
                  <a:pt x="703751" y="1601002"/>
                </a:lnTo>
                <a:lnTo>
                  <a:pt x="671811" y="1638465"/>
                </a:lnTo>
                <a:lnTo>
                  <a:pt x="640208" y="1675952"/>
                </a:lnTo>
                <a:lnTo>
                  <a:pt x="608964" y="1713469"/>
                </a:lnTo>
                <a:lnTo>
                  <a:pt x="575611" y="1754228"/>
                </a:lnTo>
                <a:lnTo>
                  <a:pt x="542999" y="1794972"/>
                </a:lnTo>
                <a:lnTo>
                  <a:pt x="511120" y="1835691"/>
                </a:lnTo>
                <a:lnTo>
                  <a:pt x="479965" y="1876376"/>
                </a:lnTo>
                <a:lnTo>
                  <a:pt x="449526" y="1917020"/>
                </a:lnTo>
                <a:lnTo>
                  <a:pt x="419794" y="1957611"/>
                </a:lnTo>
                <a:lnTo>
                  <a:pt x="390763" y="1998143"/>
                </a:lnTo>
                <a:lnTo>
                  <a:pt x="362422" y="2038604"/>
                </a:lnTo>
                <a:lnTo>
                  <a:pt x="335434" y="2078010"/>
                </a:lnTo>
                <a:close/>
              </a:path>
            </a:pathLst>
          </a:custGeom>
          <a:solidFill>
            <a:srgbClr val="E4CD9A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893959" y="5197053"/>
            <a:ext cx="1298575" cy="1661160"/>
          </a:xfrm>
          <a:custGeom>
            <a:avLst/>
            <a:gdLst/>
            <a:ahLst/>
            <a:cxnLst/>
            <a:rect l="l" t="t" r="r" b="b"/>
            <a:pathLst>
              <a:path w="1298575" h="1661159">
                <a:moveTo>
                  <a:pt x="1298040" y="1660946"/>
                </a:moveTo>
                <a:lnTo>
                  <a:pt x="0" y="1660946"/>
                </a:lnTo>
                <a:lnTo>
                  <a:pt x="51235" y="1597836"/>
                </a:lnTo>
                <a:lnTo>
                  <a:pt x="103187" y="1535257"/>
                </a:lnTo>
                <a:lnTo>
                  <a:pt x="149030" y="1481177"/>
                </a:lnTo>
                <a:lnTo>
                  <a:pt x="188075" y="1436013"/>
                </a:lnTo>
                <a:lnTo>
                  <a:pt x="219631" y="1400177"/>
                </a:lnTo>
                <a:lnTo>
                  <a:pt x="257518" y="1358146"/>
                </a:lnTo>
                <a:lnTo>
                  <a:pt x="303133" y="1309322"/>
                </a:lnTo>
                <a:lnTo>
                  <a:pt x="343108" y="1266075"/>
                </a:lnTo>
                <a:lnTo>
                  <a:pt x="382403" y="1223044"/>
                </a:lnTo>
                <a:lnTo>
                  <a:pt x="421022" y="1180229"/>
                </a:lnTo>
                <a:lnTo>
                  <a:pt x="458972" y="1137634"/>
                </a:lnTo>
                <a:lnTo>
                  <a:pt x="496258" y="1095262"/>
                </a:lnTo>
                <a:lnTo>
                  <a:pt x="532886" y="1053114"/>
                </a:lnTo>
                <a:lnTo>
                  <a:pt x="568862" y="1011193"/>
                </a:lnTo>
                <a:lnTo>
                  <a:pt x="604193" y="969503"/>
                </a:lnTo>
                <a:lnTo>
                  <a:pt x="638883" y="928045"/>
                </a:lnTo>
                <a:lnTo>
                  <a:pt x="672938" y="886822"/>
                </a:lnTo>
                <a:lnTo>
                  <a:pt x="706365" y="845837"/>
                </a:lnTo>
                <a:lnTo>
                  <a:pt x="739170" y="805092"/>
                </a:lnTo>
                <a:lnTo>
                  <a:pt x="771357" y="764590"/>
                </a:lnTo>
                <a:lnTo>
                  <a:pt x="802934" y="724333"/>
                </a:lnTo>
                <a:lnTo>
                  <a:pt x="833906" y="684325"/>
                </a:lnTo>
                <a:lnTo>
                  <a:pt x="864278" y="644566"/>
                </a:lnTo>
                <a:lnTo>
                  <a:pt x="894057" y="605061"/>
                </a:lnTo>
                <a:lnTo>
                  <a:pt x="923248" y="565811"/>
                </a:lnTo>
                <a:lnTo>
                  <a:pt x="951858" y="526819"/>
                </a:lnTo>
                <a:lnTo>
                  <a:pt x="979891" y="488088"/>
                </a:lnTo>
                <a:lnTo>
                  <a:pt x="1007355" y="449621"/>
                </a:lnTo>
                <a:lnTo>
                  <a:pt x="1034255" y="411419"/>
                </a:lnTo>
                <a:lnTo>
                  <a:pt x="1060596" y="373485"/>
                </a:lnTo>
                <a:lnTo>
                  <a:pt x="1086385" y="335823"/>
                </a:lnTo>
                <a:lnTo>
                  <a:pt x="1111627" y="298434"/>
                </a:lnTo>
                <a:lnTo>
                  <a:pt x="1136329" y="261321"/>
                </a:lnTo>
                <a:lnTo>
                  <a:pt x="1160496" y="224487"/>
                </a:lnTo>
                <a:lnTo>
                  <a:pt x="1184134" y="187934"/>
                </a:lnTo>
                <a:lnTo>
                  <a:pt x="1207248" y="151665"/>
                </a:lnTo>
                <a:lnTo>
                  <a:pt x="1298040" y="0"/>
                </a:lnTo>
                <a:lnTo>
                  <a:pt x="1298040" y="1660946"/>
                </a:lnTo>
                <a:close/>
              </a:path>
            </a:pathLst>
          </a:custGeom>
          <a:solidFill>
            <a:srgbClr val="4D516B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758254" y="3251"/>
            <a:ext cx="4806950" cy="6854825"/>
          </a:xfrm>
          <a:custGeom>
            <a:avLst/>
            <a:gdLst/>
            <a:ahLst/>
            <a:cxnLst/>
            <a:rect l="l" t="t" r="r" b="b"/>
            <a:pathLst>
              <a:path w="4806950" h="6854825">
                <a:moveTo>
                  <a:pt x="1134809" y="6854748"/>
                </a:moveTo>
                <a:lnTo>
                  <a:pt x="0" y="6854748"/>
                </a:lnTo>
                <a:lnTo>
                  <a:pt x="443830" y="5825900"/>
                </a:lnTo>
                <a:lnTo>
                  <a:pt x="958682" y="5020764"/>
                </a:lnTo>
                <a:lnTo>
                  <a:pt x="1381511" y="4503630"/>
                </a:lnTo>
                <a:lnTo>
                  <a:pt x="1556975" y="4320933"/>
                </a:lnTo>
                <a:lnTo>
                  <a:pt x="1611839" y="4267931"/>
                </a:lnTo>
                <a:lnTo>
                  <a:pt x="1665963" y="4215129"/>
                </a:lnTo>
                <a:lnTo>
                  <a:pt x="1719351" y="4162527"/>
                </a:lnTo>
                <a:lnTo>
                  <a:pt x="1772007" y="4110125"/>
                </a:lnTo>
                <a:lnTo>
                  <a:pt x="1823936" y="4057924"/>
                </a:lnTo>
                <a:lnTo>
                  <a:pt x="1875143" y="4005925"/>
                </a:lnTo>
                <a:lnTo>
                  <a:pt x="1925631" y="3954128"/>
                </a:lnTo>
                <a:lnTo>
                  <a:pt x="1975407" y="3902534"/>
                </a:lnTo>
                <a:lnTo>
                  <a:pt x="2024474" y="3851143"/>
                </a:lnTo>
                <a:lnTo>
                  <a:pt x="2072837" y="3799955"/>
                </a:lnTo>
                <a:lnTo>
                  <a:pt x="2120501" y="3748971"/>
                </a:lnTo>
                <a:lnTo>
                  <a:pt x="2167470" y="3698192"/>
                </a:lnTo>
                <a:lnTo>
                  <a:pt x="2213748" y="3647618"/>
                </a:lnTo>
                <a:lnTo>
                  <a:pt x="2259341" y="3597250"/>
                </a:lnTo>
                <a:lnTo>
                  <a:pt x="2304253" y="3547088"/>
                </a:lnTo>
                <a:lnTo>
                  <a:pt x="2348488" y="3497133"/>
                </a:lnTo>
                <a:lnTo>
                  <a:pt x="2392052" y="3447384"/>
                </a:lnTo>
                <a:lnTo>
                  <a:pt x="2434948" y="3397844"/>
                </a:lnTo>
                <a:lnTo>
                  <a:pt x="2477181" y="3348511"/>
                </a:lnTo>
                <a:lnTo>
                  <a:pt x="2518757" y="3299388"/>
                </a:lnTo>
                <a:lnTo>
                  <a:pt x="2559679" y="3250473"/>
                </a:lnTo>
                <a:lnTo>
                  <a:pt x="2599952" y="3201768"/>
                </a:lnTo>
                <a:lnTo>
                  <a:pt x="2639580" y="3153274"/>
                </a:lnTo>
                <a:lnTo>
                  <a:pt x="2678569" y="3104990"/>
                </a:lnTo>
                <a:lnTo>
                  <a:pt x="2716923" y="3056918"/>
                </a:lnTo>
                <a:lnTo>
                  <a:pt x="2754646" y="3009057"/>
                </a:lnTo>
                <a:lnTo>
                  <a:pt x="2791744" y="2961408"/>
                </a:lnTo>
                <a:lnTo>
                  <a:pt x="2828220" y="2913973"/>
                </a:lnTo>
                <a:lnTo>
                  <a:pt x="2864079" y="2866750"/>
                </a:lnTo>
                <a:lnTo>
                  <a:pt x="2899326" y="2819741"/>
                </a:lnTo>
                <a:lnTo>
                  <a:pt x="2933965" y="2772947"/>
                </a:lnTo>
                <a:lnTo>
                  <a:pt x="2968002" y="2726368"/>
                </a:lnTo>
                <a:lnTo>
                  <a:pt x="3001440" y="2680003"/>
                </a:lnTo>
                <a:lnTo>
                  <a:pt x="3034284" y="2633855"/>
                </a:lnTo>
                <a:lnTo>
                  <a:pt x="3066540" y="2587923"/>
                </a:lnTo>
                <a:lnTo>
                  <a:pt x="3098210" y="2542208"/>
                </a:lnTo>
                <a:lnTo>
                  <a:pt x="3129301" y="2496710"/>
                </a:lnTo>
                <a:lnTo>
                  <a:pt x="3159816" y="2451430"/>
                </a:lnTo>
                <a:lnTo>
                  <a:pt x="3189760" y="2406369"/>
                </a:lnTo>
                <a:lnTo>
                  <a:pt x="3219138" y="2361526"/>
                </a:lnTo>
                <a:lnTo>
                  <a:pt x="3247954" y="2316903"/>
                </a:lnTo>
                <a:lnTo>
                  <a:pt x="3276214" y="2272499"/>
                </a:lnTo>
                <a:lnTo>
                  <a:pt x="3303920" y="2228317"/>
                </a:lnTo>
                <a:lnTo>
                  <a:pt x="3331079" y="2184355"/>
                </a:lnTo>
                <a:lnTo>
                  <a:pt x="3357695" y="2140614"/>
                </a:lnTo>
                <a:lnTo>
                  <a:pt x="3383772" y="2097096"/>
                </a:lnTo>
                <a:lnTo>
                  <a:pt x="3409315" y="2053800"/>
                </a:lnTo>
                <a:lnTo>
                  <a:pt x="3434329" y="2010726"/>
                </a:lnTo>
                <a:lnTo>
                  <a:pt x="3458817" y="1967877"/>
                </a:lnTo>
                <a:lnTo>
                  <a:pt x="3482785" y="1925251"/>
                </a:lnTo>
                <a:lnTo>
                  <a:pt x="3506238" y="1882850"/>
                </a:lnTo>
                <a:lnTo>
                  <a:pt x="3529179" y="1840674"/>
                </a:lnTo>
                <a:lnTo>
                  <a:pt x="3551614" y="1798723"/>
                </a:lnTo>
                <a:lnTo>
                  <a:pt x="3573547" y="1756999"/>
                </a:lnTo>
                <a:lnTo>
                  <a:pt x="3594983" y="1715501"/>
                </a:lnTo>
                <a:lnTo>
                  <a:pt x="3615925" y="1674230"/>
                </a:lnTo>
                <a:lnTo>
                  <a:pt x="3636380" y="1633186"/>
                </a:lnTo>
                <a:lnTo>
                  <a:pt x="3656351" y="1592371"/>
                </a:lnTo>
                <a:lnTo>
                  <a:pt x="3675843" y="1551784"/>
                </a:lnTo>
                <a:lnTo>
                  <a:pt x="3694861" y="1511426"/>
                </a:lnTo>
                <a:lnTo>
                  <a:pt x="3713409" y="1471298"/>
                </a:lnTo>
                <a:lnTo>
                  <a:pt x="3731492" y="1431400"/>
                </a:lnTo>
                <a:lnTo>
                  <a:pt x="3749114" y="1391733"/>
                </a:lnTo>
                <a:lnTo>
                  <a:pt x="3766280" y="1352297"/>
                </a:lnTo>
                <a:lnTo>
                  <a:pt x="3782995" y="1313092"/>
                </a:lnTo>
                <a:lnTo>
                  <a:pt x="3799262" y="1274120"/>
                </a:lnTo>
                <a:lnTo>
                  <a:pt x="3815088" y="1235380"/>
                </a:lnTo>
                <a:lnTo>
                  <a:pt x="3830476" y="1196874"/>
                </a:lnTo>
                <a:lnTo>
                  <a:pt x="3845431" y="1158601"/>
                </a:lnTo>
                <a:lnTo>
                  <a:pt x="3859958" y="1120562"/>
                </a:lnTo>
                <a:lnTo>
                  <a:pt x="3874060" y="1082758"/>
                </a:lnTo>
                <a:lnTo>
                  <a:pt x="3887744" y="1045189"/>
                </a:lnTo>
                <a:lnTo>
                  <a:pt x="3901012" y="1007856"/>
                </a:lnTo>
                <a:lnTo>
                  <a:pt x="3913871" y="970759"/>
                </a:lnTo>
                <a:lnTo>
                  <a:pt x="3926324" y="933899"/>
                </a:lnTo>
                <a:lnTo>
                  <a:pt x="3938376" y="897276"/>
                </a:lnTo>
                <a:lnTo>
                  <a:pt x="3950032" y="860891"/>
                </a:lnTo>
                <a:lnTo>
                  <a:pt x="3972174" y="788836"/>
                </a:lnTo>
                <a:lnTo>
                  <a:pt x="3992785" y="717738"/>
                </a:lnTo>
                <a:lnTo>
                  <a:pt x="4011903" y="647601"/>
                </a:lnTo>
                <a:lnTo>
                  <a:pt x="4029564" y="578430"/>
                </a:lnTo>
                <a:lnTo>
                  <a:pt x="4045805" y="510228"/>
                </a:lnTo>
                <a:lnTo>
                  <a:pt x="4060663" y="443000"/>
                </a:lnTo>
                <a:lnTo>
                  <a:pt x="4074175" y="376749"/>
                </a:lnTo>
                <a:lnTo>
                  <a:pt x="4086377" y="311479"/>
                </a:lnTo>
                <a:lnTo>
                  <a:pt x="4097307" y="247196"/>
                </a:lnTo>
                <a:lnTo>
                  <a:pt x="4107000" y="183902"/>
                </a:lnTo>
                <a:lnTo>
                  <a:pt x="4115493" y="121602"/>
                </a:lnTo>
                <a:lnTo>
                  <a:pt x="4122824" y="60300"/>
                </a:lnTo>
                <a:lnTo>
                  <a:pt x="4129029" y="0"/>
                </a:lnTo>
                <a:lnTo>
                  <a:pt x="4806625" y="0"/>
                </a:lnTo>
                <a:lnTo>
                  <a:pt x="4791482" y="45455"/>
                </a:lnTo>
                <a:lnTo>
                  <a:pt x="4775925" y="90849"/>
                </a:lnTo>
                <a:lnTo>
                  <a:pt x="4759962" y="136183"/>
                </a:lnTo>
                <a:lnTo>
                  <a:pt x="4743597" y="181456"/>
                </a:lnTo>
                <a:lnTo>
                  <a:pt x="4726838" y="226669"/>
                </a:lnTo>
                <a:lnTo>
                  <a:pt x="4709690" y="271822"/>
                </a:lnTo>
                <a:lnTo>
                  <a:pt x="4692160" y="316917"/>
                </a:lnTo>
                <a:lnTo>
                  <a:pt x="4674253" y="361954"/>
                </a:lnTo>
                <a:lnTo>
                  <a:pt x="4655976" y="406932"/>
                </a:lnTo>
                <a:lnTo>
                  <a:pt x="4637334" y="451854"/>
                </a:lnTo>
                <a:lnTo>
                  <a:pt x="4618335" y="496718"/>
                </a:lnTo>
                <a:lnTo>
                  <a:pt x="4598984" y="541527"/>
                </a:lnTo>
                <a:lnTo>
                  <a:pt x="4579287" y="586279"/>
                </a:lnTo>
                <a:lnTo>
                  <a:pt x="4559250" y="630977"/>
                </a:lnTo>
                <a:lnTo>
                  <a:pt x="4538879" y="675619"/>
                </a:lnTo>
                <a:lnTo>
                  <a:pt x="4518181" y="720208"/>
                </a:lnTo>
                <a:lnTo>
                  <a:pt x="4497162" y="764743"/>
                </a:lnTo>
                <a:lnTo>
                  <a:pt x="4475828" y="809224"/>
                </a:lnTo>
                <a:lnTo>
                  <a:pt x="4454184" y="853653"/>
                </a:lnTo>
                <a:lnTo>
                  <a:pt x="4432237" y="898030"/>
                </a:lnTo>
                <a:lnTo>
                  <a:pt x="4409994" y="942355"/>
                </a:lnTo>
                <a:lnTo>
                  <a:pt x="4387460" y="986629"/>
                </a:lnTo>
                <a:lnTo>
                  <a:pt x="4364641" y="1030852"/>
                </a:lnTo>
                <a:lnTo>
                  <a:pt x="4341543" y="1075026"/>
                </a:lnTo>
                <a:lnTo>
                  <a:pt x="4318173" y="1119149"/>
                </a:lnTo>
                <a:lnTo>
                  <a:pt x="4294537" y="1163224"/>
                </a:lnTo>
                <a:lnTo>
                  <a:pt x="4246491" y="1251228"/>
                </a:lnTo>
                <a:lnTo>
                  <a:pt x="4197452" y="1339043"/>
                </a:lnTo>
                <a:lnTo>
                  <a:pt x="4147471" y="1426671"/>
                </a:lnTo>
                <a:lnTo>
                  <a:pt x="4096596" y="1514117"/>
                </a:lnTo>
                <a:lnTo>
                  <a:pt x="4044876" y="1601386"/>
                </a:lnTo>
                <a:lnTo>
                  <a:pt x="3992360" y="1688482"/>
                </a:lnTo>
                <a:lnTo>
                  <a:pt x="3939098" y="1775408"/>
                </a:lnTo>
                <a:lnTo>
                  <a:pt x="3885137" y="1862169"/>
                </a:lnTo>
                <a:lnTo>
                  <a:pt x="3830527" y="1948768"/>
                </a:lnTo>
                <a:lnTo>
                  <a:pt x="3775317" y="2035211"/>
                </a:lnTo>
                <a:lnTo>
                  <a:pt x="3719555" y="2121500"/>
                </a:lnTo>
                <a:lnTo>
                  <a:pt x="3634987" y="2250657"/>
                </a:lnTo>
                <a:lnTo>
                  <a:pt x="3549453" y="2379493"/>
                </a:lnTo>
                <a:lnTo>
                  <a:pt x="3434194" y="2550799"/>
                </a:lnTo>
                <a:lnTo>
                  <a:pt x="3288716" y="2764215"/>
                </a:lnTo>
                <a:lnTo>
                  <a:pt x="2937580" y="3273529"/>
                </a:lnTo>
                <a:lnTo>
                  <a:pt x="2706006" y="3611155"/>
                </a:lnTo>
                <a:lnTo>
                  <a:pt x="2592150" y="3779492"/>
                </a:lnTo>
                <a:lnTo>
                  <a:pt x="2507923" y="3905563"/>
                </a:lnTo>
                <a:lnTo>
                  <a:pt x="2424879" y="4031495"/>
                </a:lnTo>
                <a:lnTo>
                  <a:pt x="2343183" y="4157300"/>
                </a:lnTo>
                <a:lnTo>
                  <a:pt x="2289549" y="4241107"/>
                </a:lnTo>
                <a:lnTo>
                  <a:pt x="2236636" y="4324869"/>
                </a:lnTo>
                <a:lnTo>
                  <a:pt x="2184494" y="4408589"/>
                </a:lnTo>
                <a:lnTo>
                  <a:pt x="2153990" y="4458302"/>
                </a:lnTo>
                <a:lnTo>
                  <a:pt x="2123952" y="4507940"/>
                </a:lnTo>
                <a:lnTo>
                  <a:pt x="2094377" y="4557499"/>
                </a:lnTo>
                <a:lnTo>
                  <a:pt x="2065263" y="4606978"/>
                </a:lnTo>
                <a:lnTo>
                  <a:pt x="2036606" y="4656372"/>
                </a:lnTo>
                <a:lnTo>
                  <a:pt x="2008401" y="4705680"/>
                </a:lnTo>
                <a:lnTo>
                  <a:pt x="1980646" y="4754898"/>
                </a:lnTo>
                <a:lnTo>
                  <a:pt x="1953338" y="4804024"/>
                </a:lnTo>
                <a:lnTo>
                  <a:pt x="1926472" y="4853055"/>
                </a:lnTo>
                <a:lnTo>
                  <a:pt x="1900046" y="4901987"/>
                </a:lnTo>
                <a:lnTo>
                  <a:pt x="1874055" y="4950818"/>
                </a:lnTo>
                <a:lnTo>
                  <a:pt x="1848497" y="4999545"/>
                </a:lnTo>
                <a:lnTo>
                  <a:pt x="1823367" y="5048166"/>
                </a:lnTo>
                <a:lnTo>
                  <a:pt x="1798664" y="5096677"/>
                </a:lnTo>
                <a:lnTo>
                  <a:pt x="1774382" y="5145076"/>
                </a:lnTo>
                <a:lnTo>
                  <a:pt x="1750518" y="5193359"/>
                </a:lnTo>
                <a:lnTo>
                  <a:pt x="1727070" y="5241525"/>
                </a:lnTo>
                <a:lnTo>
                  <a:pt x="1704033" y="5289569"/>
                </a:lnTo>
                <a:lnTo>
                  <a:pt x="1681405" y="5337489"/>
                </a:lnTo>
                <a:lnTo>
                  <a:pt x="1659181" y="5385283"/>
                </a:lnTo>
                <a:lnTo>
                  <a:pt x="1637359" y="5432948"/>
                </a:lnTo>
                <a:lnTo>
                  <a:pt x="1615934" y="5480480"/>
                </a:lnTo>
                <a:lnTo>
                  <a:pt x="1594903" y="5527877"/>
                </a:lnTo>
                <a:lnTo>
                  <a:pt x="1574264" y="5575136"/>
                </a:lnTo>
                <a:lnTo>
                  <a:pt x="1554011" y="5622254"/>
                </a:lnTo>
                <a:lnTo>
                  <a:pt x="1534143" y="5669228"/>
                </a:lnTo>
                <a:lnTo>
                  <a:pt x="1514655" y="5716056"/>
                </a:lnTo>
                <a:lnTo>
                  <a:pt x="1495544" y="5762734"/>
                </a:lnTo>
                <a:lnTo>
                  <a:pt x="1476807" y="5809260"/>
                </a:lnTo>
                <a:lnTo>
                  <a:pt x="1458439" y="5855631"/>
                </a:lnTo>
                <a:lnTo>
                  <a:pt x="1440438" y="5901843"/>
                </a:lnTo>
                <a:lnTo>
                  <a:pt x="1422801" y="5947895"/>
                </a:lnTo>
                <a:lnTo>
                  <a:pt x="1405523" y="5993784"/>
                </a:lnTo>
                <a:lnTo>
                  <a:pt x="1388601" y="6039506"/>
                </a:lnTo>
                <a:lnTo>
                  <a:pt x="1372032" y="6085058"/>
                </a:lnTo>
                <a:lnTo>
                  <a:pt x="1355813" y="6130438"/>
                </a:lnTo>
                <a:lnTo>
                  <a:pt x="1339939" y="6175644"/>
                </a:lnTo>
                <a:lnTo>
                  <a:pt x="1324407" y="6220671"/>
                </a:lnTo>
                <a:lnTo>
                  <a:pt x="1309215" y="6265517"/>
                </a:lnTo>
                <a:lnTo>
                  <a:pt x="1294358" y="6310180"/>
                </a:lnTo>
                <a:lnTo>
                  <a:pt x="1279833" y="6354657"/>
                </a:lnTo>
                <a:lnTo>
                  <a:pt x="1251764" y="6443039"/>
                </a:lnTo>
                <a:lnTo>
                  <a:pt x="1224983" y="6530641"/>
                </a:lnTo>
                <a:lnTo>
                  <a:pt x="1199460" y="6617441"/>
                </a:lnTo>
                <a:lnTo>
                  <a:pt x="1175168" y="6703415"/>
                </a:lnTo>
                <a:lnTo>
                  <a:pt x="1152079" y="6788540"/>
                </a:lnTo>
                <a:lnTo>
                  <a:pt x="1134809" y="6854748"/>
                </a:lnTo>
                <a:close/>
              </a:path>
            </a:pathLst>
          </a:custGeom>
          <a:solidFill>
            <a:srgbClr val="4D516B">
              <a:alpha val="98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139398" y="3251"/>
            <a:ext cx="4432300" cy="6854825"/>
          </a:xfrm>
          <a:custGeom>
            <a:avLst/>
            <a:gdLst/>
            <a:ahLst/>
            <a:cxnLst/>
            <a:rect l="l" t="t" r="r" b="b"/>
            <a:pathLst>
              <a:path w="4432300" h="6854825">
                <a:moveTo>
                  <a:pt x="864196" y="6854748"/>
                </a:moveTo>
                <a:lnTo>
                  <a:pt x="0" y="6854748"/>
                </a:lnTo>
                <a:lnTo>
                  <a:pt x="391578" y="5686623"/>
                </a:lnTo>
                <a:lnTo>
                  <a:pt x="996702" y="4646450"/>
                </a:lnTo>
                <a:lnTo>
                  <a:pt x="1550417" y="3906748"/>
                </a:lnTo>
                <a:lnTo>
                  <a:pt x="1792758" y="3625151"/>
                </a:lnTo>
                <a:lnTo>
                  <a:pt x="2936535" y="2165150"/>
                </a:lnTo>
                <a:lnTo>
                  <a:pt x="3516655" y="1018290"/>
                </a:lnTo>
                <a:lnTo>
                  <a:pt x="3724430" y="268573"/>
                </a:lnTo>
                <a:lnTo>
                  <a:pt x="3751175" y="0"/>
                </a:lnTo>
                <a:lnTo>
                  <a:pt x="4431882" y="0"/>
                </a:lnTo>
                <a:lnTo>
                  <a:pt x="4430671" y="47171"/>
                </a:lnTo>
                <a:lnTo>
                  <a:pt x="4428531" y="94096"/>
                </a:lnTo>
                <a:lnTo>
                  <a:pt x="4425476" y="140780"/>
                </a:lnTo>
                <a:lnTo>
                  <a:pt x="4421520" y="187224"/>
                </a:lnTo>
                <a:lnTo>
                  <a:pt x="4416676" y="233432"/>
                </a:lnTo>
                <a:lnTo>
                  <a:pt x="4410957" y="279406"/>
                </a:lnTo>
                <a:lnTo>
                  <a:pt x="4404376" y="325149"/>
                </a:lnTo>
                <a:lnTo>
                  <a:pt x="4396948" y="370665"/>
                </a:lnTo>
                <a:lnTo>
                  <a:pt x="4388684" y="415956"/>
                </a:lnTo>
                <a:lnTo>
                  <a:pt x="4379600" y="461026"/>
                </a:lnTo>
                <a:lnTo>
                  <a:pt x="4369707" y="505877"/>
                </a:lnTo>
                <a:lnTo>
                  <a:pt x="4359020" y="550512"/>
                </a:lnTo>
                <a:lnTo>
                  <a:pt x="4347552" y="594935"/>
                </a:lnTo>
                <a:lnTo>
                  <a:pt x="4335316" y="639147"/>
                </a:lnTo>
                <a:lnTo>
                  <a:pt x="4322325" y="683153"/>
                </a:lnTo>
                <a:lnTo>
                  <a:pt x="4308593" y="726955"/>
                </a:lnTo>
                <a:lnTo>
                  <a:pt x="4294134" y="770556"/>
                </a:lnTo>
                <a:lnTo>
                  <a:pt x="4278960" y="813959"/>
                </a:lnTo>
                <a:lnTo>
                  <a:pt x="4263085" y="857167"/>
                </a:lnTo>
                <a:lnTo>
                  <a:pt x="4246523" y="900182"/>
                </a:lnTo>
                <a:lnTo>
                  <a:pt x="4229286" y="943009"/>
                </a:lnTo>
                <a:lnTo>
                  <a:pt x="4211389" y="985649"/>
                </a:lnTo>
                <a:lnTo>
                  <a:pt x="4192844" y="1028107"/>
                </a:lnTo>
                <a:lnTo>
                  <a:pt x="4173665" y="1070384"/>
                </a:lnTo>
                <a:lnTo>
                  <a:pt x="4153865" y="1112484"/>
                </a:lnTo>
                <a:lnTo>
                  <a:pt x="4133458" y="1154409"/>
                </a:lnTo>
                <a:lnTo>
                  <a:pt x="4112457" y="1196163"/>
                </a:lnTo>
                <a:lnTo>
                  <a:pt x="4090875" y="1237749"/>
                </a:lnTo>
                <a:lnTo>
                  <a:pt x="4068726" y="1279169"/>
                </a:lnTo>
                <a:lnTo>
                  <a:pt x="4046023" y="1320427"/>
                </a:lnTo>
                <a:lnTo>
                  <a:pt x="4022780" y="1361525"/>
                </a:lnTo>
                <a:lnTo>
                  <a:pt x="3999009" y="1402467"/>
                </a:lnTo>
                <a:lnTo>
                  <a:pt x="3974725" y="1443255"/>
                </a:lnTo>
                <a:lnTo>
                  <a:pt x="3949940" y="1483892"/>
                </a:lnTo>
                <a:lnTo>
                  <a:pt x="3924668" y="1524382"/>
                </a:lnTo>
                <a:lnTo>
                  <a:pt x="3898923" y="1564727"/>
                </a:lnTo>
                <a:lnTo>
                  <a:pt x="3872717" y="1604930"/>
                </a:lnTo>
                <a:lnTo>
                  <a:pt x="3846065" y="1644994"/>
                </a:lnTo>
                <a:lnTo>
                  <a:pt x="3818979" y="1684923"/>
                </a:lnTo>
                <a:lnTo>
                  <a:pt x="3791473" y="1724719"/>
                </a:lnTo>
                <a:lnTo>
                  <a:pt x="3763560" y="1764384"/>
                </a:lnTo>
                <a:lnTo>
                  <a:pt x="3735253" y="1803923"/>
                </a:lnTo>
                <a:lnTo>
                  <a:pt x="3706567" y="1843338"/>
                </a:lnTo>
                <a:lnTo>
                  <a:pt x="3677513" y="1882631"/>
                </a:lnTo>
                <a:lnTo>
                  <a:pt x="3648107" y="1921807"/>
                </a:lnTo>
                <a:lnTo>
                  <a:pt x="3618361" y="1960867"/>
                </a:lnTo>
                <a:lnTo>
                  <a:pt x="3588288" y="1999815"/>
                </a:lnTo>
                <a:lnTo>
                  <a:pt x="3557902" y="2038654"/>
                </a:lnTo>
                <a:lnTo>
                  <a:pt x="3527216" y="2077387"/>
                </a:lnTo>
                <a:lnTo>
                  <a:pt x="3496243" y="2116016"/>
                </a:lnTo>
                <a:lnTo>
                  <a:pt x="3464998" y="2154545"/>
                </a:lnTo>
                <a:lnTo>
                  <a:pt x="3401741" y="2231314"/>
                </a:lnTo>
                <a:lnTo>
                  <a:pt x="3337553" y="2307717"/>
                </a:lnTo>
                <a:lnTo>
                  <a:pt x="3272540" y="2383777"/>
                </a:lnTo>
                <a:lnTo>
                  <a:pt x="3206808" y="2459519"/>
                </a:lnTo>
                <a:lnTo>
                  <a:pt x="3140466" y="2534966"/>
                </a:lnTo>
                <a:lnTo>
                  <a:pt x="3040042" y="2647636"/>
                </a:lnTo>
                <a:lnTo>
                  <a:pt x="2938845" y="2759775"/>
                </a:lnTo>
                <a:lnTo>
                  <a:pt x="2500202" y="3241531"/>
                </a:lnTo>
                <a:lnTo>
                  <a:pt x="2400982" y="3352191"/>
                </a:lnTo>
                <a:lnTo>
                  <a:pt x="2335653" y="3425945"/>
                </a:lnTo>
                <a:lnTo>
                  <a:pt x="2271105" y="3499713"/>
                </a:lnTo>
                <a:lnTo>
                  <a:pt x="2207443" y="3573516"/>
                </a:lnTo>
                <a:lnTo>
                  <a:pt x="2144775" y="3647380"/>
                </a:lnTo>
                <a:lnTo>
                  <a:pt x="2083207" y="3721328"/>
                </a:lnTo>
                <a:lnTo>
                  <a:pt x="1341616" y="4881874"/>
                </a:lnTo>
                <a:lnTo>
                  <a:pt x="983680" y="5889812"/>
                </a:lnTo>
                <a:lnTo>
                  <a:pt x="870659" y="6600584"/>
                </a:lnTo>
                <a:lnTo>
                  <a:pt x="864196" y="6854748"/>
                </a:lnTo>
                <a:close/>
              </a:path>
            </a:pathLst>
          </a:custGeom>
          <a:solidFill>
            <a:srgbClr val="E4CD9A">
              <a:alpha val="7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429866" y="6489"/>
            <a:ext cx="4433570" cy="6851650"/>
          </a:xfrm>
          <a:custGeom>
            <a:avLst/>
            <a:gdLst/>
            <a:ahLst/>
            <a:cxnLst/>
            <a:rect l="l" t="t" r="r" b="b"/>
            <a:pathLst>
              <a:path w="4433570" h="6851650">
                <a:moveTo>
                  <a:pt x="865021" y="6851510"/>
                </a:moveTo>
                <a:lnTo>
                  <a:pt x="0" y="6851510"/>
                </a:lnTo>
                <a:lnTo>
                  <a:pt x="392669" y="5681249"/>
                </a:lnTo>
                <a:lnTo>
                  <a:pt x="997793" y="4642057"/>
                </a:lnTo>
                <a:lnTo>
                  <a:pt x="1551505" y="3903053"/>
                </a:lnTo>
                <a:lnTo>
                  <a:pt x="1793845" y="3621722"/>
                </a:lnTo>
                <a:lnTo>
                  <a:pt x="2937621" y="2163109"/>
                </a:lnTo>
                <a:lnTo>
                  <a:pt x="3517741" y="1017333"/>
                </a:lnTo>
                <a:lnTo>
                  <a:pt x="3725516" y="268321"/>
                </a:lnTo>
                <a:lnTo>
                  <a:pt x="3752261" y="0"/>
                </a:lnTo>
                <a:lnTo>
                  <a:pt x="4432981" y="0"/>
                </a:lnTo>
                <a:lnTo>
                  <a:pt x="4431769" y="47126"/>
                </a:lnTo>
                <a:lnTo>
                  <a:pt x="4429629" y="94008"/>
                </a:lnTo>
                <a:lnTo>
                  <a:pt x="4426574" y="140647"/>
                </a:lnTo>
                <a:lnTo>
                  <a:pt x="4422618" y="187047"/>
                </a:lnTo>
                <a:lnTo>
                  <a:pt x="4417773" y="233211"/>
                </a:lnTo>
                <a:lnTo>
                  <a:pt x="4412053" y="279142"/>
                </a:lnTo>
                <a:lnTo>
                  <a:pt x="4405472" y="324842"/>
                </a:lnTo>
                <a:lnTo>
                  <a:pt x="4398043" y="370315"/>
                </a:lnTo>
                <a:lnTo>
                  <a:pt x="4389780" y="415564"/>
                </a:lnTo>
                <a:lnTo>
                  <a:pt x="4380695" y="460591"/>
                </a:lnTo>
                <a:lnTo>
                  <a:pt x="4370802" y="505400"/>
                </a:lnTo>
                <a:lnTo>
                  <a:pt x="4360114" y="549993"/>
                </a:lnTo>
                <a:lnTo>
                  <a:pt x="4348645" y="594373"/>
                </a:lnTo>
                <a:lnTo>
                  <a:pt x="4336409" y="638544"/>
                </a:lnTo>
                <a:lnTo>
                  <a:pt x="4323418" y="682508"/>
                </a:lnTo>
                <a:lnTo>
                  <a:pt x="4309686" y="726269"/>
                </a:lnTo>
                <a:lnTo>
                  <a:pt x="4295226" y="769829"/>
                </a:lnTo>
                <a:lnTo>
                  <a:pt x="4280051" y="813191"/>
                </a:lnTo>
                <a:lnTo>
                  <a:pt x="4264176" y="856358"/>
                </a:lnTo>
                <a:lnTo>
                  <a:pt x="4247613" y="899333"/>
                </a:lnTo>
                <a:lnTo>
                  <a:pt x="4230376" y="942119"/>
                </a:lnTo>
                <a:lnTo>
                  <a:pt x="4212478" y="984719"/>
                </a:lnTo>
                <a:lnTo>
                  <a:pt x="4193933" y="1027137"/>
                </a:lnTo>
                <a:lnTo>
                  <a:pt x="4174753" y="1069374"/>
                </a:lnTo>
                <a:lnTo>
                  <a:pt x="4154953" y="1111434"/>
                </a:lnTo>
                <a:lnTo>
                  <a:pt x="4134545" y="1153320"/>
                </a:lnTo>
                <a:lnTo>
                  <a:pt x="4113543" y="1195035"/>
                </a:lnTo>
                <a:lnTo>
                  <a:pt x="4091961" y="1236581"/>
                </a:lnTo>
                <a:lnTo>
                  <a:pt x="4069811" y="1277962"/>
                </a:lnTo>
                <a:lnTo>
                  <a:pt x="4047107" y="1319181"/>
                </a:lnTo>
                <a:lnTo>
                  <a:pt x="4023863" y="1360241"/>
                </a:lnTo>
                <a:lnTo>
                  <a:pt x="4000092" y="1401144"/>
                </a:lnTo>
                <a:lnTo>
                  <a:pt x="3975806" y="1441893"/>
                </a:lnTo>
                <a:lnTo>
                  <a:pt x="3951021" y="1482492"/>
                </a:lnTo>
                <a:lnTo>
                  <a:pt x="3925748" y="1522944"/>
                </a:lnTo>
                <a:lnTo>
                  <a:pt x="3900002" y="1563251"/>
                </a:lnTo>
                <a:lnTo>
                  <a:pt x="3873795" y="1603416"/>
                </a:lnTo>
                <a:lnTo>
                  <a:pt x="3847141" y="1643442"/>
                </a:lnTo>
                <a:lnTo>
                  <a:pt x="3820054" y="1683333"/>
                </a:lnTo>
                <a:lnTo>
                  <a:pt x="3792547" y="1723091"/>
                </a:lnTo>
                <a:lnTo>
                  <a:pt x="3764633" y="1762720"/>
                </a:lnTo>
                <a:lnTo>
                  <a:pt x="3736325" y="1802221"/>
                </a:lnTo>
                <a:lnTo>
                  <a:pt x="3707637" y="1841598"/>
                </a:lnTo>
                <a:lnTo>
                  <a:pt x="3678583" y="1880855"/>
                </a:lnTo>
                <a:lnTo>
                  <a:pt x="3649175" y="1919993"/>
                </a:lnTo>
                <a:lnTo>
                  <a:pt x="3619427" y="1959017"/>
                </a:lnTo>
                <a:lnTo>
                  <a:pt x="3589352" y="1997928"/>
                </a:lnTo>
                <a:lnTo>
                  <a:pt x="3558965" y="2036731"/>
                </a:lnTo>
                <a:lnTo>
                  <a:pt x="3528277" y="2075427"/>
                </a:lnTo>
                <a:lnTo>
                  <a:pt x="3497303" y="2114020"/>
                </a:lnTo>
                <a:lnTo>
                  <a:pt x="3466056" y="2152512"/>
                </a:lnTo>
                <a:lnTo>
                  <a:pt x="3402795" y="2229208"/>
                </a:lnTo>
                <a:lnTo>
                  <a:pt x="3338603" y="2305539"/>
                </a:lnTo>
                <a:lnTo>
                  <a:pt x="3273585" y="2381528"/>
                </a:lnTo>
                <a:lnTo>
                  <a:pt x="3207850" y="2457198"/>
                </a:lnTo>
                <a:lnTo>
                  <a:pt x="3141503" y="2532574"/>
                </a:lnTo>
                <a:lnTo>
                  <a:pt x="3041071" y="2645137"/>
                </a:lnTo>
                <a:lnTo>
                  <a:pt x="2939865" y="2757170"/>
                </a:lnTo>
                <a:lnTo>
                  <a:pt x="2501175" y="3238469"/>
                </a:lnTo>
                <a:lnTo>
                  <a:pt x="2401941" y="3349024"/>
                </a:lnTo>
                <a:lnTo>
                  <a:pt x="2336604" y="3422708"/>
                </a:lnTo>
                <a:lnTo>
                  <a:pt x="2272045" y="3496406"/>
                </a:lnTo>
                <a:lnTo>
                  <a:pt x="2208373" y="3570139"/>
                </a:lnTo>
                <a:lnTo>
                  <a:pt x="2145694" y="3643933"/>
                </a:lnTo>
                <a:lnTo>
                  <a:pt x="2084116" y="3717810"/>
                </a:lnTo>
                <a:lnTo>
                  <a:pt x="1342524" y="4877259"/>
                </a:lnTo>
                <a:lnTo>
                  <a:pt x="984588" y="5884246"/>
                </a:lnTo>
                <a:lnTo>
                  <a:pt x="871568" y="6594348"/>
                </a:lnTo>
                <a:lnTo>
                  <a:pt x="865021" y="6851510"/>
                </a:lnTo>
                <a:close/>
              </a:path>
            </a:pathLst>
          </a:custGeom>
          <a:solidFill>
            <a:srgbClr val="FFFFFF">
              <a:alpha val="540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18515" y="4032503"/>
            <a:ext cx="2241550" cy="459105"/>
          </a:xfrm>
          <a:custGeom>
            <a:avLst/>
            <a:gdLst/>
            <a:ahLst/>
            <a:cxnLst/>
            <a:rect l="l" t="t" r="r" b="b"/>
            <a:pathLst>
              <a:path w="2241550" h="459104">
                <a:moveTo>
                  <a:pt x="2011679" y="458724"/>
                </a:moveTo>
                <a:lnTo>
                  <a:pt x="228600" y="458724"/>
                </a:lnTo>
                <a:lnTo>
                  <a:pt x="182548" y="453845"/>
                </a:lnTo>
                <a:lnTo>
                  <a:pt x="139626" y="440313"/>
                </a:lnTo>
                <a:lnTo>
                  <a:pt x="100765" y="419043"/>
                </a:lnTo>
                <a:lnTo>
                  <a:pt x="66898" y="390948"/>
                </a:lnTo>
                <a:lnTo>
                  <a:pt x="38956" y="356943"/>
                </a:lnTo>
                <a:lnTo>
                  <a:pt x="17871" y="317940"/>
                </a:lnTo>
                <a:lnTo>
                  <a:pt x="4575" y="274854"/>
                </a:lnTo>
                <a:lnTo>
                  <a:pt x="0" y="228600"/>
                </a:lnTo>
                <a:lnTo>
                  <a:pt x="4575" y="182394"/>
                </a:lnTo>
                <a:lnTo>
                  <a:pt x="17871" y="139362"/>
                </a:lnTo>
                <a:lnTo>
                  <a:pt x="38956" y="100435"/>
                </a:lnTo>
                <a:lnTo>
                  <a:pt x="66898" y="66546"/>
                </a:lnTo>
                <a:lnTo>
                  <a:pt x="100765" y="38626"/>
                </a:lnTo>
                <a:lnTo>
                  <a:pt x="139626" y="17607"/>
                </a:lnTo>
                <a:lnTo>
                  <a:pt x="182548" y="4421"/>
                </a:lnTo>
                <a:lnTo>
                  <a:pt x="228600" y="0"/>
                </a:lnTo>
                <a:lnTo>
                  <a:pt x="2011679" y="0"/>
                </a:lnTo>
                <a:lnTo>
                  <a:pt x="2058063" y="4421"/>
                </a:lnTo>
                <a:lnTo>
                  <a:pt x="2101237" y="17608"/>
                </a:lnTo>
                <a:lnTo>
                  <a:pt x="2140285" y="38630"/>
                </a:lnTo>
                <a:lnTo>
                  <a:pt x="2174290" y="66555"/>
                </a:lnTo>
                <a:lnTo>
                  <a:pt x="2202335" y="100454"/>
                </a:lnTo>
                <a:lnTo>
                  <a:pt x="2223502" y="139394"/>
                </a:lnTo>
                <a:lnTo>
                  <a:pt x="2236875" y="182445"/>
                </a:lnTo>
                <a:lnTo>
                  <a:pt x="2241537" y="228676"/>
                </a:lnTo>
                <a:lnTo>
                  <a:pt x="2236875" y="274905"/>
                </a:lnTo>
                <a:lnTo>
                  <a:pt x="2223502" y="317972"/>
                </a:lnTo>
                <a:lnTo>
                  <a:pt x="2202335" y="356961"/>
                </a:lnTo>
                <a:lnTo>
                  <a:pt x="2174290" y="390958"/>
                </a:lnTo>
                <a:lnTo>
                  <a:pt x="2140285" y="419047"/>
                </a:lnTo>
                <a:lnTo>
                  <a:pt x="2101237" y="440315"/>
                </a:lnTo>
                <a:lnTo>
                  <a:pt x="2058063" y="453845"/>
                </a:lnTo>
                <a:lnTo>
                  <a:pt x="2011679" y="458724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7002" y="2738145"/>
            <a:ext cx="1139799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4CD9A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4CD9A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9825" y="225818"/>
            <a:ext cx="657860" cy="657860"/>
          </a:xfrm>
          <a:custGeom>
            <a:avLst/>
            <a:gdLst/>
            <a:ahLst/>
            <a:cxnLst/>
            <a:rect l="l" t="t" r="r" b="b"/>
            <a:pathLst>
              <a:path w="657860" h="657860">
                <a:moveTo>
                  <a:pt x="328741" y="657482"/>
                </a:moveTo>
                <a:lnTo>
                  <a:pt x="267414" y="632193"/>
                </a:lnTo>
                <a:lnTo>
                  <a:pt x="25098" y="389877"/>
                </a:lnTo>
                <a:lnTo>
                  <a:pt x="0" y="328741"/>
                </a:lnTo>
                <a:lnTo>
                  <a:pt x="6274" y="296370"/>
                </a:lnTo>
                <a:lnTo>
                  <a:pt x="25098" y="267957"/>
                </a:lnTo>
                <a:lnTo>
                  <a:pt x="267414" y="25641"/>
                </a:lnTo>
                <a:lnTo>
                  <a:pt x="296235" y="6410"/>
                </a:lnTo>
                <a:lnTo>
                  <a:pt x="328741" y="0"/>
                </a:lnTo>
                <a:lnTo>
                  <a:pt x="361063" y="6410"/>
                </a:lnTo>
                <a:lnTo>
                  <a:pt x="389334" y="25641"/>
                </a:lnTo>
                <a:lnTo>
                  <a:pt x="633174" y="267957"/>
                </a:lnTo>
                <a:lnTo>
                  <a:pt x="651690" y="296370"/>
                </a:lnTo>
                <a:lnTo>
                  <a:pt x="657863" y="328741"/>
                </a:lnTo>
                <a:lnTo>
                  <a:pt x="651690" y="361199"/>
                </a:lnTo>
                <a:lnTo>
                  <a:pt x="633174" y="389877"/>
                </a:lnTo>
                <a:lnTo>
                  <a:pt x="389334" y="632193"/>
                </a:lnTo>
                <a:lnTo>
                  <a:pt x="361063" y="651159"/>
                </a:lnTo>
                <a:lnTo>
                  <a:pt x="328741" y="657482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17563" y="225818"/>
            <a:ext cx="657860" cy="657860"/>
          </a:xfrm>
          <a:custGeom>
            <a:avLst/>
            <a:gdLst/>
            <a:ahLst/>
            <a:cxnLst/>
            <a:rect l="l" t="t" r="r" b="b"/>
            <a:pathLst>
              <a:path w="657860" h="657860">
                <a:moveTo>
                  <a:pt x="328745" y="657482"/>
                </a:moveTo>
                <a:lnTo>
                  <a:pt x="267652" y="632193"/>
                </a:lnTo>
                <a:lnTo>
                  <a:pt x="25336" y="389877"/>
                </a:lnTo>
                <a:lnTo>
                  <a:pt x="0" y="328741"/>
                </a:lnTo>
                <a:lnTo>
                  <a:pt x="6334" y="296370"/>
                </a:lnTo>
                <a:lnTo>
                  <a:pt x="25336" y="267957"/>
                </a:lnTo>
                <a:lnTo>
                  <a:pt x="267652" y="25641"/>
                </a:lnTo>
                <a:lnTo>
                  <a:pt x="296300" y="6410"/>
                </a:lnTo>
                <a:lnTo>
                  <a:pt x="328745" y="0"/>
                </a:lnTo>
                <a:lnTo>
                  <a:pt x="361124" y="6410"/>
                </a:lnTo>
                <a:lnTo>
                  <a:pt x="389572" y="25641"/>
                </a:lnTo>
                <a:lnTo>
                  <a:pt x="631888" y="267957"/>
                </a:lnTo>
                <a:lnTo>
                  <a:pt x="651090" y="296370"/>
                </a:lnTo>
                <a:lnTo>
                  <a:pt x="657491" y="328741"/>
                </a:lnTo>
                <a:lnTo>
                  <a:pt x="651090" y="361199"/>
                </a:lnTo>
                <a:lnTo>
                  <a:pt x="631888" y="389877"/>
                </a:lnTo>
                <a:lnTo>
                  <a:pt x="389572" y="632193"/>
                </a:lnTo>
                <a:lnTo>
                  <a:pt x="361124" y="651159"/>
                </a:lnTo>
                <a:lnTo>
                  <a:pt x="328745" y="657482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4CD9A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11" y="1997624"/>
            <a:ext cx="4216400" cy="183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E4CD9A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1908" y="2514587"/>
            <a:ext cx="10608183" cy="3444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24.jpeg"/><Relationship Id="rId17" Type="http://schemas.openxmlformats.org/officeDocument/2006/relationships/image" Target="../media/image20.png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0.jpeg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39.jpe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20.png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jpeg"/><Relationship Id="rId8" Type="http://schemas.openxmlformats.org/officeDocument/2006/relationships/image" Target="../media/image46.jpeg"/><Relationship Id="rId7" Type="http://schemas.openxmlformats.org/officeDocument/2006/relationships/image" Target="../media/image45.jpeg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48.jpe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9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jpeg"/><Relationship Id="rId8" Type="http://schemas.openxmlformats.org/officeDocument/2006/relationships/image" Target="../media/image61.jpeg"/><Relationship Id="rId7" Type="http://schemas.openxmlformats.org/officeDocument/2006/relationships/image" Target="../media/image60.jpeg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63.jpeg"/><Relationship Id="rId1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9385" y="-16510"/>
            <a:ext cx="8201025" cy="6880860"/>
            <a:chOff x="3991627" y="0"/>
            <a:chExt cx="8200993" cy="6858599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rcRect b="16382"/>
            <a:stretch>
              <a:fillRect/>
            </a:stretch>
          </p:blipFill>
          <p:spPr>
            <a:xfrm>
              <a:off x="4289425" y="13970"/>
              <a:ext cx="7902575" cy="57228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435564" y="4457615"/>
              <a:ext cx="1757045" cy="2400935"/>
            </a:xfrm>
            <a:custGeom>
              <a:avLst/>
              <a:gdLst/>
              <a:ahLst/>
              <a:cxnLst/>
              <a:rect l="l" t="t" r="r" b="b"/>
              <a:pathLst>
                <a:path w="1757045" h="2400934">
                  <a:moveTo>
                    <a:pt x="752854" y="2400384"/>
                  </a:moveTo>
                  <a:lnTo>
                    <a:pt x="0" y="2400384"/>
                  </a:lnTo>
                  <a:lnTo>
                    <a:pt x="27927" y="2362813"/>
                  </a:lnTo>
                  <a:lnTo>
                    <a:pt x="76496" y="2298773"/>
                  </a:lnTo>
                  <a:lnTo>
                    <a:pt x="123343" y="2238167"/>
                  </a:lnTo>
                  <a:lnTo>
                    <a:pt x="168228" y="2181142"/>
                  </a:lnTo>
                  <a:lnTo>
                    <a:pt x="210909" y="2127842"/>
                  </a:lnTo>
                  <a:lnTo>
                    <a:pt x="251145" y="2078414"/>
                  </a:lnTo>
                  <a:lnTo>
                    <a:pt x="288695" y="2033004"/>
                  </a:lnTo>
                  <a:lnTo>
                    <a:pt x="323316" y="1991757"/>
                  </a:lnTo>
                  <a:lnTo>
                    <a:pt x="354769" y="1954820"/>
                  </a:lnTo>
                  <a:lnTo>
                    <a:pt x="382811" y="1922338"/>
                  </a:lnTo>
                  <a:lnTo>
                    <a:pt x="427697" y="1871323"/>
                  </a:lnTo>
                  <a:lnTo>
                    <a:pt x="456046" y="1839880"/>
                  </a:lnTo>
                  <a:lnTo>
                    <a:pt x="524869" y="1766004"/>
                  </a:lnTo>
                  <a:lnTo>
                    <a:pt x="582365" y="1703284"/>
                  </a:lnTo>
                  <a:lnTo>
                    <a:pt x="638430" y="1641023"/>
                  </a:lnTo>
                  <a:lnTo>
                    <a:pt x="693082" y="1579229"/>
                  </a:lnTo>
                  <a:lnTo>
                    <a:pt x="746338" y="1517911"/>
                  </a:lnTo>
                  <a:lnTo>
                    <a:pt x="798217" y="1457075"/>
                  </a:lnTo>
                  <a:lnTo>
                    <a:pt x="848737" y="1396731"/>
                  </a:lnTo>
                  <a:lnTo>
                    <a:pt x="897916" y="1336886"/>
                  </a:lnTo>
                  <a:lnTo>
                    <a:pt x="945772" y="1277547"/>
                  </a:lnTo>
                  <a:lnTo>
                    <a:pt x="992323" y="1218723"/>
                  </a:lnTo>
                  <a:lnTo>
                    <a:pt x="1037587" y="1160421"/>
                  </a:lnTo>
                  <a:lnTo>
                    <a:pt x="1081582" y="1102650"/>
                  </a:lnTo>
                  <a:lnTo>
                    <a:pt x="1124326" y="1045417"/>
                  </a:lnTo>
                  <a:lnTo>
                    <a:pt x="1165837" y="988730"/>
                  </a:lnTo>
                  <a:lnTo>
                    <a:pt x="1206133" y="932598"/>
                  </a:lnTo>
                  <a:lnTo>
                    <a:pt x="1245233" y="877027"/>
                  </a:lnTo>
                  <a:lnTo>
                    <a:pt x="1283154" y="822026"/>
                  </a:lnTo>
                  <a:lnTo>
                    <a:pt x="1319914" y="767603"/>
                  </a:lnTo>
                  <a:lnTo>
                    <a:pt x="1355532" y="713765"/>
                  </a:lnTo>
                  <a:lnTo>
                    <a:pt x="1390024" y="660521"/>
                  </a:lnTo>
                  <a:lnTo>
                    <a:pt x="1423411" y="607878"/>
                  </a:lnTo>
                  <a:lnTo>
                    <a:pt x="1455708" y="555844"/>
                  </a:lnTo>
                  <a:lnTo>
                    <a:pt x="1486935" y="504428"/>
                  </a:lnTo>
                  <a:lnTo>
                    <a:pt x="1517110" y="453636"/>
                  </a:lnTo>
                  <a:lnTo>
                    <a:pt x="1546250" y="403478"/>
                  </a:lnTo>
                  <a:lnTo>
                    <a:pt x="1574374" y="353960"/>
                  </a:lnTo>
                  <a:lnTo>
                    <a:pt x="1601499" y="305091"/>
                  </a:lnTo>
                  <a:lnTo>
                    <a:pt x="1627644" y="256879"/>
                  </a:lnTo>
                  <a:lnTo>
                    <a:pt x="1652826" y="209331"/>
                  </a:lnTo>
                  <a:lnTo>
                    <a:pt x="1677065" y="162455"/>
                  </a:lnTo>
                  <a:lnTo>
                    <a:pt x="1700377" y="116259"/>
                  </a:lnTo>
                  <a:lnTo>
                    <a:pt x="1722781" y="70752"/>
                  </a:lnTo>
                  <a:lnTo>
                    <a:pt x="1744294" y="25941"/>
                  </a:lnTo>
                  <a:lnTo>
                    <a:pt x="1756434" y="0"/>
                  </a:lnTo>
                  <a:lnTo>
                    <a:pt x="1756434" y="1183146"/>
                  </a:lnTo>
                  <a:lnTo>
                    <a:pt x="1473683" y="1492125"/>
                  </a:lnTo>
                  <a:lnTo>
                    <a:pt x="1371448" y="1605528"/>
                  </a:lnTo>
                  <a:lnTo>
                    <a:pt x="1304335" y="1681107"/>
                  </a:lnTo>
                  <a:lnTo>
                    <a:pt x="1271157" y="1718903"/>
                  </a:lnTo>
                  <a:lnTo>
                    <a:pt x="1238258" y="1756710"/>
                  </a:lnTo>
                  <a:lnTo>
                    <a:pt x="1205660" y="1794534"/>
                  </a:lnTo>
                  <a:lnTo>
                    <a:pt x="1173386" y="1832377"/>
                  </a:lnTo>
                  <a:lnTo>
                    <a:pt x="1141455" y="1870246"/>
                  </a:lnTo>
                  <a:lnTo>
                    <a:pt x="1109890" y="1908144"/>
                  </a:lnTo>
                  <a:lnTo>
                    <a:pt x="1074937" y="1950876"/>
                  </a:lnTo>
                  <a:lnTo>
                    <a:pt x="1040802" y="1993583"/>
                  </a:lnTo>
                  <a:lnTo>
                    <a:pt x="1007475" y="2036257"/>
                  </a:lnTo>
                  <a:lnTo>
                    <a:pt x="974946" y="2078887"/>
                  </a:lnTo>
                  <a:lnTo>
                    <a:pt x="943205" y="2121464"/>
                  </a:lnTo>
                  <a:lnTo>
                    <a:pt x="912241" y="2163977"/>
                  </a:lnTo>
                  <a:lnTo>
                    <a:pt x="882046" y="2206417"/>
                  </a:lnTo>
                  <a:lnTo>
                    <a:pt x="852609" y="2248773"/>
                  </a:lnTo>
                  <a:lnTo>
                    <a:pt x="823920" y="2291037"/>
                  </a:lnTo>
                  <a:lnTo>
                    <a:pt x="795969" y="2333197"/>
                  </a:lnTo>
                  <a:lnTo>
                    <a:pt x="768746" y="2375245"/>
                  </a:lnTo>
                  <a:lnTo>
                    <a:pt x="752854" y="2400384"/>
                  </a:lnTo>
                  <a:close/>
                </a:path>
              </a:pathLst>
            </a:custGeom>
            <a:solidFill>
              <a:srgbClr val="FFFFFF">
                <a:alpha val="41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88332" y="4905974"/>
              <a:ext cx="1503680" cy="1952625"/>
            </a:xfrm>
            <a:custGeom>
              <a:avLst/>
              <a:gdLst/>
              <a:ahLst/>
              <a:cxnLst/>
              <a:rect l="l" t="t" r="r" b="b"/>
              <a:pathLst>
                <a:path w="1503679" h="1952625">
                  <a:moveTo>
                    <a:pt x="338872" y="1952025"/>
                  </a:moveTo>
                  <a:lnTo>
                    <a:pt x="0" y="1952025"/>
                  </a:lnTo>
                  <a:lnTo>
                    <a:pt x="20543" y="1925043"/>
                  </a:lnTo>
                  <a:lnTo>
                    <a:pt x="73356" y="1857147"/>
                  </a:lnTo>
                  <a:lnTo>
                    <a:pt x="123470" y="1794008"/>
                  </a:lnTo>
                  <a:lnTo>
                    <a:pt x="170524" y="1735847"/>
                  </a:lnTo>
                  <a:lnTo>
                    <a:pt x="214157" y="1682881"/>
                  </a:lnTo>
                  <a:lnTo>
                    <a:pt x="254007" y="1635331"/>
                  </a:lnTo>
                  <a:lnTo>
                    <a:pt x="289715" y="1593414"/>
                  </a:lnTo>
                  <a:lnTo>
                    <a:pt x="320920" y="1557351"/>
                  </a:lnTo>
                  <a:lnTo>
                    <a:pt x="347260" y="1527360"/>
                  </a:lnTo>
                  <a:lnTo>
                    <a:pt x="383904" y="1486471"/>
                  </a:lnTo>
                  <a:lnTo>
                    <a:pt x="444527" y="1421393"/>
                  </a:lnTo>
                  <a:lnTo>
                    <a:pt x="491345" y="1370582"/>
                  </a:lnTo>
                  <a:lnTo>
                    <a:pt x="537222" y="1320069"/>
                  </a:lnTo>
                  <a:lnTo>
                    <a:pt x="582170" y="1269858"/>
                  </a:lnTo>
                  <a:lnTo>
                    <a:pt x="626196" y="1219954"/>
                  </a:lnTo>
                  <a:lnTo>
                    <a:pt x="669311" y="1170361"/>
                  </a:lnTo>
                  <a:lnTo>
                    <a:pt x="711524" y="1121082"/>
                  </a:lnTo>
                  <a:lnTo>
                    <a:pt x="752844" y="1072123"/>
                  </a:lnTo>
                  <a:lnTo>
                    <a:pt x="793282" y="1023487"/>
                  </a:lnTo>
                  <a:lnTo>
                    <a:pt x="832847" y="975178"/>
                  </a:lnTo>
                  <a:lnTo>
                    <a:pt x="871548" y="927202"/>
                  </a:lnTo>
                  <a:lnTo>
                    <a:pt x="909394" y="879560"/>
                  </a:lnTo>
                  <a:lnTo>
                    <a:pt x="946396" y="832259"/>
                  </a:lnTo>
                  <a:lnTo>
                    <a:pt x="982563" y="785302"/>
                  </a:lnTo>
                  <a:lnTo>
                    <a:pt x="1017904" y="738693"/>
                  </a:lnTo>
                  <a:lnTo>
                    <a:pt x="1052429" y="692437"/>
                  </a:lnTo>
                  <a:lnTo>
                    <a:pt x="1086148" y="646537"/>
                  </a:lnTo>
                  <a:lnTo>
                    <a:pt x="1119069" y="600998"/>
                  </a:lnTo>
                  <a:lnTo>
                    <a:pt x="1151203" y="555825"/>
                  </a:lnTo>
                  <a:lnTo>
                    <a:pt x="1182559" y="511020"/>
                  </a:lnTo>
                  <a:lnTo>
                    <a:pt x="1213147" y="466588"/>
                  </a:lnTo>
                  <a:lnTo>
                    <a:pt x="1242975" y="422534"/>
                  </a:lnTo>
                  <a:lnTo>
                    <a:pt x="1272055" y="378862"/>
                  </a:lnTo>
                  <a:lnTo>
                    <a:pt x="1300394" y="335575"/>
                  </a:lnTo>
                  <a:lnTo>
                    <a:pt x="1328003" y="292678"/>
                  </a:lnTo>
                  <a:lnTo>
                    <a:pt x="1354892" y="250176"/>
                  </a:lnTo>
                  <a:lnTo>
                    <a:pt x="1381069" y="208071"/>
                  </a:lnTo>
                  <a:lnTo>
                    <a:pt x="1406544" y="166369"/>
                  </a:lnTo>
                  <a:lnTo>
                    <a:pt x="1431327" y="125074"/>
                  </a:lnTo>
                  <a:lnTo>
                    <a:pt x="1455428" y="84190"/>
                  </a:lnTo>
                  <a:lnTo>
                    <a:pt x="1478855" y="43720"/>
                  </a:lnTo>
                  <a:lnTo>
                    <a:pt x="1501619" y="3670"/>
                  </a:lnTo>
                  <a:lnTo>
                    <a:pt x="1503667" y="0"/>
                  </a:lnTo>
                  <a:lnTo>
                    <a:pt x="1503667" y="582510"/>
                  </a:lnTo>
                  <a:lnTo>
                    <a:pt x="1409139" y="687933"/>
                  </a:lnTo>
                  <a:lnTo>
                    <a:pt x="962614" y="1177080"/>
                  </a:lnTo>
                  <a:lnTo>
                    <a:pt x="895359" y="1251906"/>
                  </a:lnTo>
                  <a:lnTo>
                    <a:pt x="828956" y="1326721"/>
                  </a:lnTo>
                  <a:lnTo>
                    <a:pt x="763572" y="1401562"/>
                  </a:lnTo>
                  <a:lnTo>
                    <a:pt x="731314" y="1439003"/>
                  </a:lnTo>
                  <a:lnTo>
                    <a:pt x="699373" y="1476465"/>
                  </a:lnTo>
                  <a:lnTo>
                    <a:pt x="667769" y="1513952"/>
                  </a:lnTo>
                  <a:lnTo>
                    <a:pt x="636523" y="1551467"/>
                  </a:lnTo>
                  <a:lnTo>
                    <a:pt x="603171" y="1592229"/>
                  </a:lnTo>
                  <a:lnTo>
                    <a:pt x="570559" y="1632974"/>
                  </a:lnTo>
                  <a:lnTo>
                    <a:pt x="538680" y="1673695"/>
                  </a:lnTo>
                  <a:lnTo>
                    <a:pt x="507525" y="1714380"/>
                  </a:lnTo>
                  <a:lnTo>
                    <a:pt x="477087" y="1755023"/>
                  </a:lnTo>
                  <a:lnTo>
                    <a:pt x="447356" y="1795614"/>
                  </a:lnTo>
                  <a:lnTo>
                    <a:pt x="418326" y="1836144"/>
                  </a:lnTo>
                  <a:lnTo>
                    <a:pt x="389987" y="1876604"/>
                  </a:lnTo>
                  <a:lnTo>
                    <a:pt x="362332" y="1916986"/>
                  </a:lnTo>
                  <a:lnTo>
                    <a:pt x="338872" y="1952025"/>
                  </a:lnTo>
                  <a:close/>
                </a:path>
              </a:pathLst>
            </a:custGeom>
            <a:solidFill>
              <a:srgbClr val="E4CD9A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863565" y="5146675"/>
              <a:ext cx="1329055" cy="1711325"/>
            </a:xfrm>
            <a:custGeom>
              <a:avLst/>
              <a:gdLst/>
              <a:ahLst/>
              <a:cxnLst/>
              <a:rect l="l" t="t" r="r" b="b"/>
              <a:pathLst>
                <a:path w="1329054" h="1711325">
                  <a:moveTo>
                    <a:pt x="1328434" y="1711325"/>
                  </a:moveTo>
                  <a:lnTo>
                    <a:pt x="0" y="1711325"/>
                  </a:lnTo>
                  <a:lnTo>
                    <a:pt x="52101" y="1647152"/>
                  </a:lnTo>
                  <a:lnTo>
                    <a:pt x="104053" y="1584576"/>
                  </a:lnTo>
                  <a:lnTo>
                    <a:pt x="149896" y="1530499"/>
                  </a:lnTo>
                  <a:lnTo>
                    <a:pt x="188940" y="1485336"/>
                  </a:lnTo>
                  <a:lnTo>
                    <a:pt x="220496" y="1449501"/>
                  </a:lnTo>
                  <a:lnTo>
                    <a:pt x="258384" y="1407471"/>
                  </a:lnTo>
                  <a:lnTo>
                    <a:pt x="303998" y="1358647"/>
                  </a:lnTo>
                  <a:lnTo>
                    <a:pt x="343974" y="1315400"/>
                  </a:lnTo>
                  <a:lnTo>
                    <a:pt x="383269" y="1272368"/>
                  </a:lnTo>
                  <a:lnTo>
                    <a:pt x="421888" y="1229554"/>
                  </a:lnTo>
                  <a:lnTo>
                    <a:pt x="459838" y="1186959"/>
                  </a:lnTo>
                  <a:lnTo>
                    <a:pt x="497124" y="1144586"/>
                  </a:lnTo>
                  <a:lnTo>
                    <a:pt x="533752" y="1102438"/>
                  </a:lnTo>
                  <a:lnTo>
                    <a:pt x="569728" y="1060518"/>
                  </a:lnTo>
                  <a:lnTo>
                    <a:pt x="605058" y="1018827"/>
                  </a:lnTo>
                  <a:lnTo>
                    <a:pt x="639748" y="977369"/>
                  </a:lnTo>
                  <a:lnTo>
                    <a:pt x="673804" y="936146"/>
                  </a:lnTo>
                  <a:lnTo>
                    <a:pt x="707231" y="895161"/>
                  </a:lnTo>
                  <a:lnTo>
                    <a:pt x="740036" y="854416"/>
                  </a:lnTo>
                  <a:lnTo>
                    <a:pt x="772223" y="813914"/>
                  </a:lnTo>
                  <a:lnTo>
                    <a:pt x="803800" y="773657"/>
                  </a:lnTo>
                  <a:lnTo>
                    <a:pt x="834771" y="733647"/>
                  </a:lnTo>
                  <a:lnTo>
                    <a:pt x="865144" y="693888"/>
                  </a:lnTo>
                  <a:lnTo>
                    <a:pt x="894923" y="654383"/>
                  </a:lnTo>
                  <a:lnTo>
                    <a:pt x="924114" y="615132"/>
                  </a:lnTo>
                  <a:lnTo>
                    <a:pt x="952723" y="576140"/>
                  </a:lnTo>
                  <a:lnTo>
                    <a:pt x="980757" y="537409"/>
                  </a:lnTo>
                  <a:lnTo>
                    <a:pt x="1008221" y="498940"/>
                  </a:lnTo>
                  <a:lnTo>
                    <a:pt x="1035121" y="460738"/>
                  </a:lnTo>
                  <a:lnTo>
                    <a:pt x="1061462" y="422804"/>
                  </a:lnTo>
                  <a:lnTo>
                    <a:pt x="1087251" y="385140"/>
                  </a:lnTo>
                  <a:lnTo>
                    <a:pt x="1112493" y="347751"/>
                  </a:lnTo>
                  <a:lnTo>
                    <a:pt x="1137195" y="310637"/>
                  </a:lnTo>
                  <a:lnTo>
                    <a:pt x="1161362" y="273801"/>
                  </a:lnTo>
                  <a:lnTo>
                    <a:pt x="1184999" y="237247"/>
                  </a:lnTo>
                  <a:lnTo>
                    <a:pt x="1208114" y="200977"/>
                  </a:lnTo>
                  <a:lnTo>
                    <a:pt x="1328434" y="0"/>
                  </a:lnTo>
                  <a:lnTo>
                    <a:pt x="1328434" y="1711325"/>
                  </a:lnTo>
                  <a:close/>
                </a:path>
              </a:pathLst>
            </a:custGeom>
            <a:solidFill>
              <a:srgbClr val="4D516B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91627" y="12992"/>
              <a:ext cx="4802505" cy="6845300"/>
            </a:xfrm>
            <a:custGeom>
              <a:avLst/>
              <a:gdLst/>
              <a:ahLst/>
              <a:cxnLst/>
              <a:rect l="l" t="t" r="r" b="b"/>
              <a:pathLst>
                <a:path w="4802505" h="6845300">
                  <a:moveTo>
                    <a:pt x="1133114" y="6845007"/>
                  </a:moveTo>
                  <a:lnTo>
                    <a:pt x="0" y="6845007"/>
                  </a:lnTo>
                  <a:lnTo>
                    <a:pt x="439630" y="5825900"/>
                  </a:lnTo>
                  <a:lnTo>
                    <a:pt x="954487" y="5020764"/>
                  </a:lnTo>
                  <a:lnTo>
                    <a:pt x="1377320" y="4503630"/>
                  </a:lnTo>
                  <a:lnTo>
                    <a:pt x="1552785" y="4320933"/>
                  </a:lnTo>
                  <a:lnTo>
                    <a:pt x="1607650" y="4267931"/>
                  </a:lnTo>
                  <a:lnTo>
                    <a:pt x="1661774" y="4215129"/>
                  </a:lnTo>
                  <a:lnTo>
                    <a:pt x="1715161" y="4162527"/>
                  </a:lnTo>
                  <a:lnTo>
                    <a:pt x="1767817" y="4110125"/>
                  </a:lnTo>
                  <a:lnTo>
                    <a:pt x="1819746" y="4057924"/>
                  </a:lnTo>
                  <a:lnTo>
                    <a:pt x="1870953" y="4005925"/>
                  </a:lnTo>
                  <a:lnTo>
                    <a:pt x="1921442" y="3954128"/>
                  </a:lnTo>
                  <a:lnTo>
                    <a:pt x="1971217" y="3902534"/>
                  </a:lnTo>
                  <a:lnTo>
                    <a:pt x="2020284" y="3851143"/>
                  </a:lnTo>
                  <a:lnTo>
                    <a:pt x="2068647" y="3799955"/>
                  </a:lnTo>
                  <a:lnTo>
                    <a:pt x="2116311" y="3748971"/>
                  </a:lnTo>
                  <a:lnTo>
                    <a:pt x="2163280" y="3698192"/>
                  </a:lnTo>
                  <a:lnTo>
                    <a:pt x="2209558" y="3647618"/>
                  </a:lnTo>
                  <a:lnTo>
                    <a:pt x="2255151" y="3597250"/>
                  </a:lnTo>
                  <a:lnTo>
                    <a:pt x="2300063" y="3547088"/>
                  </a:lnTo>
                  <a:lnTo>
                    <a:pt x="2344298" y="3497133"/>
                  </a:lnTo>
                  <a:lnTo>
                    <a:pt x="2387861" y="3447384"/>
                  </a:lnTo>
                  <a:lnTo>
                    <a:pt x="2430757" y="3397844"/>
                  </a:lnTo>
                  <a:lnTo>
                    <a:pt x="2472991" y="3348511"/>
                  </a:lnTo>
                  <a:lnTo>
                    <a:pt x="2514566" y="3299388"/>
                  </a:lnTo>
                  <a:lnTo>
                    <a:pt x="2555488" y="3250473"/>
                  </a:lnTo>
                  <a:lnTo>
                    <a:pt x="2595761" y="3201768"/>
                  </a:lnTo>
                  <a:lnTo>
                    <a:pt x="2635389" y="3153274"/>
                  </a:lnTo>
                  <a:lnTo>
                    <a:pt x="2674378" y="3104990"/>
                  </a:lnTo>
                  <a:lnTo>
                    <a:pt x="2712732" y="3056918"/>
                  </a:lnTo>
                  <a:lnTo>
                    <a:pt x="2750455" y="3009057"/>
                  </a:lnTo>
                  <a:lnTo>
                    <a:pt x="2787552" y="2961408"/>
                  </a:lnTo>
                  <a:lnTo>
                    <a:pt x="2824028" y="2913973"/>
                  </a:lnTo>
                  <a:lnTo>
                    <a:pt x="2859887" y="2866750"/>
                  </a:lnTo>
                  <a:lnTo>
                    <a:pt x="2895134" y="2819741"/>
                  </a:lnTo>
                  <a:lnTo>
                    <a:pt x="2929773" y="2772947"/>
                  </a:lnTo>
                  <a:lnTo>
                    <a:pt x="2963810" y="2726368"/>
                  </a:lnTo>
                  <a:lnTo>
                    <a:pt x="2997248" y="2680003"/>
                  </a:lnTo>
                  <a:lnTo>
                    <a:pt x="3030092" y="2633855"/>
                  </a:lnTo>
                  <a:lnTo>
                    <a:pt x="3062347" y="2587923"/>
                  </a:lnTo>
                  <a:lnTo>
                    <a:pt x="3094017" y="2542208"/>
                  </a:lnTo>
                  <a:lnTo>
                    <a:pt x="3125107" y="2496710"/>
                  </a:lnTo>
                  <a:lnTo>
                    <a:pt x="3155622" y="2451430"/>
                  </a:lnTo>
                  <a:lnTo>
                    <a:pt x="3185566" y="2406369"/>
                  </a:lnTo>
                  <a:lnTo>
                    <a:pt x="3214944" y="2361526"/>
                  </a:lnTo>
                  <a:lnTo>
                    <a:pt x="3243760" y="2316903"/>
                  </a:lnTo>
                  <a:lnTo>
                    <a:pt x="3272020" y="2272499"/>
                  </a:lnTo>
                  <a:lnTo>
                    <a:pt x="3299726" y="2228317"/>
                  </a:lnTo>
                  <a:lnTo>
                    <a:pt x="3326885" y="2184355"/>
                  </a:lnTo>
                  <a:lnTo>
                    <a:pt x="3353501" y="2140614"/>
                  </a:lnTo>
                  <a:lnTo>
                    <a:pt x="3379577" y="2097096"/>
                  </a:lnTo>
                  <a:lnTo>
                    <a:pt x="3405120" y="2053800"/>
                  </a:lnTo>
                  <a:lnTo>
                    <a:pt x="3430133" y="2010726"/>
                  </a:lnTo>
                  <a:lnTo>
                    <a:pt x="3454622" y="1967877"/>
                  </a:lnTo>
                  <a:lnTo>
                    <a:pt x="3478590" y="1925251"/>
                  </a:lnTo>
                  <a:lnTo>
                    <a:pt x="3502042" y="1882850"/>
                  </a:lnTo>
                  <a:lnTo>
                    <a:pt x="3524983" y="1840674"/>
                  </a:lnTo>
                  <a:lnTo>
                    <a:pt x="3547418" y="1798723"/>
                  </a:lnTo>
                  <a:lnTo>
                    <a:pt x="3569351" y="1756999"/>
                  </a:lnTo>
                  <a:lnTo>
                    <a:pt x="3590786" y="1715501"/>
                  </a:lnTo>
                  <a:lnTo>
                    <a:pt x="3611729" y="1674230"/>
                  </a:lnTo>
                  <a:lnTo>
                    <a:pt x="3632183" y="1633186"/>
                  </a:lnTo>
                  <a:lnTo>
                    <a:pt x="3652154" y="1592371"/>
                  </a:lnTo>
                  <a:lnTo>
                    <a:pt x="3671646" y="1551784"/>
                  </a:lnTo>
                  <a:lnTo>
                    <a:pt x="3690664" y="1511426"/>
                  </a:lnTo>
                  <a:lnTo>
                    <a:pt x="3709211" y="1471298"/>
                  </a:lnTo>
                  <a:lnTo>
                    <a:pt x="3727294" y="1431400"/>
                  </a:lnTo>
                  <a:lnTo>
                    <a:pt x="3744916" y="1391733"/>
                  </a:lnTo>
                  <a:lnTo>
                    <a:pt x="3762082" y="1352297"/>
                  </a:lnTo>
                  <a:lnTo>
                    <a:pt x="3778796" y="1313092"/>
                  </a:lnTo>
                  <a:lnTo>
                    <a:pt x="3795064" y="1274120"/>
                  </a:lnTo>
                  <a:lnTo>
                    <a:pt x="3810890" y="1235380"/>
                  </a:lnTo>
                  <a:lnTo>
                    <a:pt x="3826277" y="1196874"/>
                  </a:lnTo>
                  <a:lnTo>
                    <a:pt x="3841232" y="1158601"/>
                  </a:lnTo>
                  <a:lnTo>
                    <a:pt x="3855759" y="1120562"/>
                  </a:lnTo>
                  <a:lnTo>
                    <a:pt x="3869861" y="1082758"/>
                  </a:lnTo>
                  <a:lnTo>
                    <a:pt x="3883544" y="1045189"/>
                  </a:lnTo>
                  <a:lnTo>
                    <a:pt x="3896813" y="1007856"/>
                  </a:lnTo>
                  <a:lnTo>
                    <a:pt x="3909671" y="970759"/>
                  </a:lnTo>
                  <a:lnTo>
                    <a:pt x="3922124" y="933899"/>
                  </a:lnTo>
                  <a:lnTo>
                    <a:pt x="3934176" y="897276"/>
                  </a:lnTo>
                  <a:lnTo>
                    <a:pt x="3945832" y="860891"/>
                  </a:lnTo>
                  <a:lnTo>
                    <a:pt x="3967973" y="788836"/>
                  </a:lnTo>
                  <a:lnTo>
                    <a:pt x="3988584" y="717738"/>
                  </a:lnTo>
                  <a:lnTo>
                    <a:pt x="4007702" y="647601"/>
                  </a:lnTo>
                  <a:lnTo>
                    <a:pt x="4025363" y="578430"/>
                  </a:lnTo>
                  <a:lnTo>
                    <a:pt x="4041604" y="510228"/>
                  </a:lnTo>
                  <a:lnTo>
                    <a:pt x="4056462" y="443000"/>
                  </a:lnTo>
                  <a:lnTo>
                    <a:pt x="4069974" y="376749"/>
                  </a:lnTo>
                  <a:lnTo>
                    <a:pt x="4082176" y="311479"/>
                  </a:lnTo>
                  <a:lnTo>
                    <a:pt x="4093105" y="247196"/>
                  </a:lnTo>
                  <a:lnTo>
                    <a:pt x="4102798" y="183902"/>
                  </a:lnTo>
                  <a:lnTo>
                    <a:pt x="4111291" y="121602"/>
                  </a:lnTo>
                  <a:lnTo>
                    <a:pt x="4118622" y="60300"/>
                  </a:lnTo>
                  <a:lnTo>
                    <a:pt x="4124827" y="0"/>
                  </a:lnTo>
                  <a:lnTo>
                    <a:pt x="4802436" y="0"/>
                  </a:lnTo>
                  <a:lnTo>
                    <a:pt x="4787292" y="45455"/>
                  </a:lnTo>
                  <a:lnTo>
                    <a:pt x="4771735" y="90849"/>
                  </a:lnTo>
                  <a:lnTo>
                    <a:pt x="4755771" y="136183"/>
                  </a:lnTo>
                  <a:lnTo>
                    <a:pt x="4739406" y="181456"/>
                  </a:lnTo>
                  <a:lnTo>
                    <a:pt x="4722647" y="226669"/>
                  </a:lnTo>
                  <a:lnTo>
                    <a:pt x="4705499" y="271822"/>
                  </a:lnTo>
                  <a:lnTo>
                    <a:pt x="4687968" y="316917"/>
                  </a:lnTo>
                  <a:lnTo>
                    <a:pt x="4670061" y="361954"/>
                  </a:lnTo>
                  <a:lnTo>
                    <a:pt x="4651784" y="406932"/>
                  </a:lnTo>
                  <a:lnTo>
                    <a:pt x="4633142" y="451854"/>
                  </a:lnTo>
                  <a:lnTo>
                    <a:pt x="4614142" y="496718"/>
                  </a:lnTo>
                  <a:lnTo>
                    <a:pt x="4594791" y="541527"/>
                  </a:lnTo>
                  <a:lnTo>
                    <a:pt x="4575093" y="586279"/>
                  </a:lnTo>
                  <a:lnTo>
                    <a:pt x="4555056" y="630977"/>
                  </a:lnTo>
                  <a:lnTo>
                    <a:pt x="4534686" y="675619"/>
                  </a:lnTo>
                  <a:lnTo>
                    <a:pt x="4513988" y="720208"/>
                  </a:lnTo>
                  <a:lnTo>
                    <a:pt x="4492968" y="764743"/>
                  </a:lnTo>
                  <a:lnTo>
                    <a:pt x="4471634" y="809224"/>
                  </a:lnTo>
                  <a:lnTo>
                    <a:pt x="4449990" y="853653"/>
                  </a:lnTo>
                  <a:lnTo>
                    <a:pt x="4428043" y="898030"/>
                  </a:lnTo>
                  <a:lnTo>
                    <a:pt x="4405799" y="942355"/>
                  </a:lnTo>
                  <a:lnTo>
                    <a:pt x="4383265" y="986629"/>
                  </a:lnTo>
                  <a:lnTo>
                    <a:pt x="4360446" y="1030852"/>
                  </a:lnTo>
                  <a:lnTo>
                    <a:pt x="4337348" y="1075026"/>
                  </a:lnTo>
                  <a:lnTo>
                    <a:pt x="4313979" y="1119149"/>
                  </a:lnTo>
                  <a:lnTo>
                    <a:pt x="4290342" y="1163224"/>
                  </a:lnTo>
                  <a:lnTo>
                    <a:pt x="4242296" y="1251228"/>
                  </a:lnTo>
                  <a:lnTo>
                    <a:pt x="4193257" y="1339043"/>
                  </a:lnTo>
                  <a:lnTo>
                    <a:pt x="4143276" y="1426671"/>
                  </a:lnTo>
                  <a:lnTo>
                    <a:pt x="4092401" y="1514117"/>
                  </a:lnTo>
                  <a:lnTo>
                    <a:pt x="4040681" y="1601386"/>
                  </a:lnTo>
                  <a:lnTo>
                    <a:pt x="3988165" y="1688482"/>
                  </a:lnTo>
                  <a:lnTo>
                    <a:pt x="3934903" y="1775408"/>
                  </a:lnTo>
                  <a:lnTo>
                    <a:pt x="3880942" y="1862169"/>
                  </a:lnTo>
                  <a:lnTo>
                    <a:pt x="3826332" y="1948768"/>
                  </a:lnTo>
                  <a:lnTo>
                    <a:pt x="3771122" y="2035211"/>
                  </a:lnTo>
                  <a:lnTo>
                    <a:pt x="3715361" y="2121500"/>
                  </a:lnTo>
                  <a:lnTo>
                    <a:pt x="3630793" y="2250657"/>
                  </a:lnTo>
                  <a:lnTo>
                    <a:pt x="3545260" y="2379493"/>
                  </a:lnTo>
                  <a:lnTo>
                    <a:pt x="3430000" y="2550799"/>
                  </a:lnTo>
                  <a:lnTo>
                    <a:pt x="3284523" y="2764215"/>
                  </a:lnTo>
                  <a:lnTo>
                    <a:pt x="2933388" y="3273529"/>
                  </a:lnTo>
                  <a:lnTo>
                    <a:pt x="2701816" y="3611155"/>
                  </a:lnTo>
                  <a:lnTo>
                    <a:pt x="2587960" y="3779492"/>
                  </a:lnTo>
                  <a:lnTo>
                    <a:pt x="2503733" y="3905563"/>
                  </a:lnTo>
                  <a:lnTo>
                    <a:pt x="2420689" y="4031495"/>
                  </a:lnTo>
                  <a:lnTo>
                    <a:pt x="2338993" y="4157300"/>
                  </a:lnTo>
                  <a:lnTo>
                    <a:pt x="2285359" y="4241107"/>
                  </a:lnTo>
                  <a:lnTo>
                    <a:pt x="2232447" y="4324869"/>
                  </a:lnTo>
                  <a:lnTo>
                    <a:pt x="2180305" y="4408589"/>
                  </a:lnTo>
                  <a:lnTo>
                    <a:pt x="2149799" y="4458302"/>
                  </a:lnTo>
                  <a:lnTo>
                    <a:pt x="2119761" y="4507940"/>
                  </a:lnTo>
                  <a:lnTo>
                    <a:pt x="2090186" y="4557499"/>
                  </a:lnTo>
                  <a:lnTo>
                    <a:pt x="2061071" y="4606978"/>
                  </a:lnTo>
                  <a:lnTo>
                    <a:pt x="2032413" y="4656372"/>
                  </a:lnTo>
                  <a:lnTo>
                    <a:pt x="2004208" y="4705680"/>
                  </a:lnTo>
                  <a:lnTo>
                    <a:pt x="1976452" y="4754898"/>
                  </a:lnTo>
                  <a:lnTo>
                    <a:pt x="1949143" y="4804024"/>
                  </a:lnTo>
                  <a:lnTo>
                    <a:pt x="1922277" y="4853055"/>
                  </a:lnTo>
                  <a:lnTo>
                    <a:pt x="1895850" y="4901987"/>
                  </a:lnTo>
                  <a:lnTo>
                    <a:pt x="1869859" y="4950818"/>
                  </a:lnTo>
                  <a:lnTo>
                    <a:pt x="1844300" y="4999545"/>
                  </a:lnTo>
                  <a:lnTo>
                    <a:pt x="1819171" y="5048166"/>
                  </a:lnTo>
                  <a:lnTo>
                    <a:pt x="1794466" y="5096677"/>
                  </a:lnTo>
                  <a:lnTo>
                    <a:pt x="1770184" y="5145076"/>
                  </a:lnTo>
                  <a:lnTo>
                    <a:pt x="1746321" y="5193359"/>
                  </a:lnTo>
                  <a:lnTo>
                    <a:pt x="1722872" y="5241525"/>
                  </a:lnTo>
                  <a:lnTo>
                    <a:pt x="1699835" y="5289569"/>
                  </a:lnTo>
                  <a:lnTo>
                    <a:pt x="1677206" y="5337489"/>
                  </a:lnTo>
                  <a:lnTo>
                    <a:pt x="1654982" y="5385283"/>
                  </a:lnTo>
                  <a:lnTo>
                    <a:pt x="1633159" y="5432948"/>
                  </a:lnTo>
                  <a:lnTo>
                    <a:pt x="1611734" y="5480480"/>
                  </a:lnTo>
                  <a:lnTo>
                    <a:pt x="1590703" y="5527877"/>
                  </a:lnTo>
                  <a:lnTo>
                    <a:pt x="1570063" y="5575136"/>
                  </a:lnTo>
                  <a:lnTo>
                    <a:pt x="1549811" y="5622254"/>
                  </a:lnTo>
                  <a:lnTo>
                    <a:pt x="1529942" y="5669228"/>
                  </a:lnTo>
                  <a:lnTo>
                    <a:pt x="1510454" y="5716056"/>
                  </a:lnTo>
                  <a:lnTo>
                    <a:pt x="1491343" y="5762734"/>
                  </a:lnTo>
                  <a:lnTo>
                    <a:pt x="1472606" y="5809260"/>
                  </a:lnTo>
                  <a:lnTo>
                    <a:pt x="1454238" y="5855631"/>
                  </a:lnTo>
                  <a:lnTo>
                    <a:pt x="1436237" y="5901843"/>
                  </a:lnTo>
                  <a:lnTo>
                    <a:pt x="1418600" y="5947895"/>
                  </a:lnTo>
                  <a:lnTo>
                    <a:pt x="1401321" y="5993784"/>
                  </a:lnTo>
                  <a:lnTo>
                    <a:pt x="1384400" y="6039506"/>
                  </a:lnTo>
                  <a:lnTo>
                    <a:pt x="1367831" y="6085058"/>
                  </a:lnTo>
                  <a:lnTo>
                    <a:pt x="1351611" y="6130438"/>
                  </a:lnTo>
                  <a:lnTo>
                    <a:pt x="1335737" y="6175644"/>
                  </a:lnTo>
                  <a:lnTo>
                    <a:pt x="1320206" y="6220671"/>
                  </a:lnTo>
                  <a:lnTo>
                    <a:pt x="1305013" y="6265517"/>
                  </a:lnTo>
                  <a:lnTo>
                    <a:pt x="1290156" y="6310180"/>
                  </a:lnTo>
                  <a:lnTo>
                    <a:pt x="1275631" y="6354657"/>
                  </a:lnTo>
                  <a:lnTo>
                    <a:pt x="1247562" y="6443039"/>
                  </a:lnTo>
                  <a:lnTo>
                    <a:pt x="1220781" y="6530641"/>
                  </a:lnTo>
                  <a:lnTo>
                    <a:pt x="1195258" y="6617441"/>
                  </a:lnTo>
                  <a:lnTo>
                    <a:pt x="1170966" y="6703415"/>
                  </a:lnTo>
                  <a:lnTo>
                    <a:pt x="1147877" y="6788540"/>
                  </a:lnTo>
                  <a:lnTo>
                    <a:pt x="1133114" y="6845007"/>
                  </a:lnTo>
                  <a:close/>
                </a:path>
              </a:pathLst>
            </a:custGeom>
            <a:solidFill>
              <a:srgbClr val="4D516B">
                <a:alpha val="98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92727" y="0"/>
              <a:ext cx="4433570" cy="6858000"/>
            </a:xfrm>
            <a:custGeom>
              <a:avLst/>
              <a:gdLst/>
              <a:ahLst/>
              <a:cxnLst/>
              <a:rect l="l" t="t" r="r" b="b"/>
              <a:pathLst>
                <a:path w="4433570" h="6858000">
                  <a:moveTo>
                    <a:pt x="865203" y="6858000"/>
                  </a:moveTo>
                  <a:lnTo>
                    <a:pt x="0" y="6858000"/>
                  </a:lnTo>
                  <a:lnTo>
                    <a:pt x="392668" y="5686623"/>
                  </a:lnTo>
                  <a:lnTo>
                    <a:pt x="997792" y="4646450"/>
                  </a:lnTo>
                  <a:lnTo>
                    <a:pt x="1551507" y="3906748"/>
                  </a:lnTo>
                  <a:lnTo>
                    <a:pt x="1793848" y="3625151"/>
                  </a:lnTo>
                  <a:lnTo>
                    <a:pt x="2937625" y="2165156"/>
                  </a:lnTo>
                  <a:lnTo>
                    <a:pt x="3517745" y="1018295"/>
                  </a:lnTo>
                  <a:lnTo>
                    <a:pt x="3725520" y="268574"/>
                  </a:lnTo>
                  <a:lnTo>
                    <a:pt x="3752265" y="0"/>
                  </a:lnTo>
                  <a:lnTo>
                    <a:pt x="4432972" y="0"/>
                  </a:lnTo>
                  <a:lnTo>
                    <a:pt x="4431760" y="47171"/>
                  </a:lnTo>
                  <a:lnTo>
                    <a:pt x="4429621" y="94096"/>
                  </a:lnTo>
                  <a:lnTo>
                    <a:pt x="4426566" y="140780"/>
                  </a:lnTo>
                  <a:lnTo>
                    <a:pt x="4422610" y="187224"/>
                  </a:lnTo>
                  <a:lnTo>
                    <a:pt x="4417766" y="233432"/>
                  </a:lnTo>
                  <a:lnTo>
                    <a:pt x="4412047" y="279406"/>
                  </a:lnTo>
                  <a:lnTo>
                    <a:pt x="4405466" y="325149"/>
                  </a:lnTo>
                  <a:lnTo>
                    <a:pt x="4398038" y="370665"/>
                  </a:lnTo>
                  <a:lnTo>
                    <a:pt x="4389774" y="415956"/>
                  </a:lnTo>
                  <a:lnTo>
                    <a:pt x="4380690" y="461026"/>
                  </a:lnTo>
                  <a:lnTo>
                    <a:pt x="4370797" y="505877"/>
                  </a:lnTo>
                  <a:lnTo>
                    <a:pt x="4360110" y="550512"/>
                  </a:lnTo>
                  <a:lnTo>
                    <a:pt x="4348642" y="594935"/>
                  </a:lnTo>
                  <a:lnTo>
                    <a:pt x="4336405" y="639147"/>
                  </a:lnTo>
                  <a:lnTo>
                    <a:pt x="4323415" y="683153"/>
                  </a:lnTo>
                  <a:lnTo>
                    <a:pt x="4309683" y="726955"/>
                  </a:lnTo>
                  <a:lnTo>
                    <a:pt x="4295224" y="770556"/>
                  </a:lnTo>
                  <a:lnTo>
                    <a:pt x="4280050" y="813959"/>
                  </a:lnTo>
                  <a:lnTo>
                    <a:pt x="4264175" y="857167"/>
                  </a:lnTo>
                  <a:lnTo>
                    <a:pt x="4247613" y="900182"/>
                  </a:lnTo>
                  <a:lnTo>
                    <a:pt x="4230376" y="943009"/>
                  </a:lnTo>
                  <a:lnTo>
                    <a:pt x="4212479" y="985649"/>
                  </a:lnTo>
                  <a:lnTo>
                    <a:pt x="4193934" y="1028107"/>
                  </a:lnTo>
                  <a:lnTo>
                    <a:pt x="4174755" y="1070384"/>
                  </a:lnTo>
                  <a:lnTo>
                    <a:pt x="4154955" y="1112484"/>
                  </a:lnTo>
                  <a:lnTo>
                    <a:pt x="4134548" y="1154409"/>
                  </a:lnTo>
                  <a:lnTo>
                    <a:pt x="4113547" y="1196163"/>
                  </a:lnTo>
                  <a:lnTo>
                    <a:pt x="4091965" y="1237749"/>
                  </a:lnTo>
                  <a:lnTo>
                    <a:pt x="4069816" y="1279169"/>
                  </a:lnTo>
                  <a:lnTo>
                    <a:pt x="4047113" y="1320427"/>
                  </a:lnTo>
                  <a:lnTo>
                    <a:pt x="4023870" y="1361525"/>
                  </a:lnTo>
                  <a:lnTo>
                    <a:pt x="4000099" y="1402467"/>
                  </a:lnTo>
                  <a:lnTo>
                    <a:pt x="3975815" y="1443255"/>
                  </a:lnTo>
                  <a:lnTo>
                    <a:pt x="3951030" y="1483892"/>
                  </a:lnTo>
                  <a:lnTo>
                    <a:pt x="3925758" y="1524382"/>
                  </a:lnTo>
                  <a:lnTo>
                    <a:pt x="3900013" y="1564727"/>
                  </a:lnTo>
                  <a:lnTo>
                    <a:pt x="3873807" y="1604930"/>
                  </a:lnTo>
                  <a:lnTo>
                    <a:pt x="3847155" y="1644994"/>
                  </a:lnTo>
                  <a:lnTo>
                    <a:pt x="3820069" y="1684923"/>
                  </a:lnTo>
                  <a:lnTo>
                    <a:pt x="3792562" y="1724719"/>
                  </a:lnTo>
                  <a:lnTo>
                    <a:pt x="3764649" y="1764384"/>
                  </a:lnTo>
                  <a:lnTo>
                    <a:pt x="3736343" y="1803923"/>
                  </a:lnTo>
                  <a:lnTo>
                    <a:pt x="3707656" y="1843338"/>
                  </a:lnTo>
                  <a:lnTo>
                    <a:pt x="3678603" y="1882631"/>
                  </a:lnTo>
                  <a:lnTo>
                    <a:pt x="3649197" y="1921807"/>
                  </a:lnTo>
                  <a:lnTo>
                    <a:pt x="3619450" y="1960867"/>
                  </a:lnTo>
                  <a:lnTo>
                    <a:pt x="3589378" y="1999815"/>
                  </a:lnTo>
                  <a:lnTo>
                    <a:pt x="3558991" y="2038654"/>
                  </a:lnTo>
                  <a:lnTo>
                    <a:pt x="3528305" y="2077387"/>
                  </a:lnTo>
                  <a:lnTo>
                    <a:pt x="3497333" y="2116016"/>
                  </a:lnTo>
                  <a:lnTo>
                    <a:pt x="3466088" y="2154545"/>
                  </a:lnTo>
                  <a:lnTo>
                    <a:pt x="3402831" y="2231314"/>
                  </a:lnTo>
                  <a:lnTo>
                    <a:pt x="3338643" y="2307717"/>
                  </a:lnTo>
                  <a:lnTo>
                    <a:pt x="3273629" y="2383777"/>
                  </a:lnTo>
                  <a:lnTo>
                    <a:pt x="3207898" y="2459519"/>
                  </a:lnTo>
                  <a:lnTo>
                    <a:pt x="3141556" y="2534966"/>
                  </a:lnTo>
                  <a:lnTo>
                    <a:pt x="3041132" y="2647636"/>
                  </a:lnTo>
                  <a:lnTo>
                    <a:pt x="2939935" y="2759775"/>
                  </a:lnTo>
                  <a:lnTo>
                    <a:pt x="2501292" y="3241531"/>
                  </a:lnTo>
                  <a:lnTo>
                    <a:pt x="2402072" y="3352191"/>
                  </a:lnTo>
                  <a:lnTo>
                    <a:pt x="2336743" y="3425945"/>
                  </a:lnTo>
                  <a:lnTo>
                    <a:pt x="2272195" y="3499713"/>
                  </a:lnTo>
                  <a:lnTo>
                    <a:pt x="2208533" y="3573516"/>
                  </a:lnTo>
                  <a:lnTo>
                    <a:pt x="2145865" y="3647380"/>
                  </a:lnTo>
                  <a:lnTo>
                    <a:pt x="2084297" y="3721328"/>
                  </a:lnTo>
                  <a:lnTo>
                    <a:pt x="1342706" y="4881874"/>
                  </a:lnTo>
                  <a:lnTo>
                    <a:pt x="984769" y="5889812"/>
                  </a:lnTo>
                  <a:lnTo>
                    <a:pt x="871749" y="6600584"/>
                  </a:lnTo>
                  <a:lnTo>
                    <a:pt x="865203" y="6858000"/>
                  </a:lnTo>
                  <a:close/>
                </a:path>
              </a:pathLst>
            </a:custGeom>
            <a:solidFill>
              <a:srgbClr val="E4CD9A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410055" y="40119"/>
              <a:ext cx="4422140" cy="6817995"/>
            </a:xfrm>
            <a:custGeom>
              <a:avLst/>
              <a:gdLst/>
              <a:ahLst/>
              <a:cxnLst/>
              <a:rect l="l" t="t" r="r" b="b"/>
              <a:pathLst>
                <a:path w="4422140" h="6817995">
                  <a:moveTo>
                    <a:pt x="854585" y="6817880"/>
                  </a:moveTo>
                  <a:lnTo>
                    <a:pt x="0" y="6817880"/>
                  </a:lnTo>
                  <a:lnTo>
                    <a:pt x="381382" y="5681244"/>
                  </a:lnTo>
                  <a:lnTo>
                    <a:pt x="986502" y="4642056"/>
                  </a:lnTo>
                  <a:lnTo>
                    <a:pt x="1540213" y="3903053"/>
                  </a:lnTo>
                  <a:lnTo>
                    <a:pt x="1782552" y="3621722"/>
                  </a:lnTo>
                  <a:lnTo>
                    <a:pt x="2926329" y="2163109"/>
                  </a:lnTo>
                  <a:lnTo>
                    <a:pt x="3506449" y="1017333"/>
                  </a:lnTo>
                  <a:lnTo>
                    <a:pt x="3714224" y="268321"/>
                  </a:lnTo>
                  <a:lnTo>
                    <a:pt x="3740968" y="0"/>
                  </a:lnTo>
                  <a:lnTo>
                    <a:pt x="4421688" y="0"/>
                  </a:lnTo>
                  <a:lnTo>
                    <a:pt x="4420477" y="47126"/>
                  </a:lnTo>
                  <a:lnTo>
                    <a:pt x="4418337" y="94008"/>
                  </a:lnTo>
                  <a:lnTo>
                    <a:pt x="4415282" y="140647"/>
                  </a:lnTo>
                  <a:lnTo>
                    <a:pt x="4411325" y="187047"/>
                  </a:lnTo>
                  <a:lnTo>
                    <a:pt x="4406481" y="233211"/>
                  </a:lnTo>
                  <a:lnTo>
                    <a:pt x="4400761" y="279142"/>
                  </a:lnTo>
                  <a:lnTo>
                    <a:pt x="4394180" y="324842"/>
                  </a:lnTo>
                  <a:lnTo>
                    <a:pt x="4386751" y="370315"/>
                  </a:lnTo>
                  <a:lnTo>
                    <a:pt x="4378488" y="415564"/>
                  </a:lnTo>
                  <a:lnTo>
                    <a:pt x="4369403" y="460591"/>
                  </a:lnTo>
                  <a:lnTo>
                    <a:pt x="4359510" y="505400"/>
                  </a:lnTo>
                  <a:lnTo>
                    <a:pt x="4348822" y="549993"/>
                  </a:lnTo>
                  <a:lnTo>
                    <a:pt x="4337354" y="594373"/>
                  </a:lnTo>
                  <a:lnTo>
                    <a:pt x="4325117" y="638544"/>
                  </a:lnTo>
                  <a:lnTo>
                    <a:pt x="4312126" y="682508"/>
                  </a:lnTo>
                  <a:lnTo>
                    <a:pt x="4298394" y="726269"/>
                  </a:lnTo>
                  <a:lnTo>
                    <a:pt x="4283934" y="769829"/>
                  </a:lnTo>
                  <a:lnTo>
                    <a:pt x="4268760" y="813191"/>
                  </a:lnTo>
                  <a:lnTo>
                    <a:pt x="4252885" y="856358"/>
                  </a:lnTo>
                  <a:lnTo>
                    <a:pt x="4236322" y="899333"/>
                  </a:lnTo>
                  <a:lnTo>
                    <a:pt x="4219085" y="942119"/>
                  </a:lnTo>
                  <a:lnTo>
                    <a:pt x="4201188" y="984719"/>
                  </a:lnTo>
                  <a:lnTo>
                    <a:pt x="4182642" y="1027137"/>
                  </a:lnTo>
                  <a:lnTo>
                    <a:pt x="4163463" y="1069374"/>
                  </a:lnTo>
                  <a:lnTo>
                    <a:pt x="4143662" y="1111434"/>
                  </a:lnTo>
                  <a:lnTo>
                    <a:pt x="4123255" y="1153320"/>
                  </a:lnTo>
                  <a:lnTo>
                    <a:pt x="4102253" y="1195035"/>
                  </a:lnTo>
                  <a:lnTo>
                    <a:pt x="4080671" y="1236581"/>
                  </a:lnTo>
                  <a:lnTo>
                    <a:pt x="4058521" y="1277962"/>
                  </a:lnTo>
                  <a:lnTo>
                    <a:pt x="4035818" y="1319181"/>
                  </a:lnTo>
                  <a:lnTo>
                    <a:pt x="4012573" y="1360241"/>
                  </a:lnTo>
                  <a:lnTo>
                    <a:pt x="3988802" y="1401144"/>
                  </a:lnTo>
                  <a:lnTo>
                    <a:pt x="3964517" y="1441893"/>
                  </a:lnTo>
                  <a:lnTo>
                    <a:pt x="3939732" y="1482492"/>
                  </a:lnTo>
                  <a:lnTo>
                    <a:pt x="3914459" y="1522944"/>
                  </a:lnTo>
                  <a:lnTo>
                    <a:pt x="3888713" y="1563251"/>
                  </a:lnTo>
                  <a:lnTo>
                    <a:pt x="3862506" y="1603416"/>
                  </a:lnTo>
                  <a:lnTo>
                    <a:pt x="3835853" y="1643442"/>
                  </a:lnTo>
                  <a:lnTo>
                    <a:pt x="3808766" y="1683333"/>
                  </a:lnTo>
                  <a:lnTo>
                    <a:pt x="3781259" y="1723091"/>
                  </a:lnTo>
                  <a:lnTo>
                    <a:pt x="3753344" y="1762720"/>
                  </a:lnTo>
                  <a:lnTo>
                    <a:pt x="3725037" y="1802221"/>
                  </a:lnTo>
                  <a:lnTo>
                    <a:pt x="3696349" y="1841598"/>
                  </a:lnTo>
                  <a:lnTo>
                    <a:pt x="3667295" y="1880855"/>
                  </a:lnTo>
                  <a:lnTo>
                    <a:pt x="3637887" y="1919993"/>
                  </a:lnTo>
                  <a:lnTo>
                    <a:pt x="3608139" y="1959017"/>
                  </a:lnTo>
                  <a:lnTo>
                    <a:pt x="3578065" y="1997928"/>
                  </a:lnTo>
                  <a:lnTo>
                    <a:pt x="3547677" y="2036731"/>
                  </a:lnTo>
                  <a:lnTo>
                    <a:pt x="3516990" y="2075427"/>
                  </a:lnTo>
                  <a:lnTo>
                    <a:pt x="3486016" y="2114020"/>
                  </a:lnTo>
                  <a:lnTo>
                    <a:pt x="3454769" y="2152512"/>
                  </a:lnTo>
                  <a:lnTo>
                    <a:pt x="3391508" y="2229208"/>
                  </a:lnTo>
                  <a:lnTo>
                    <a:pt x="3327316" y="2305539"/>
                  </a:lnTo>
                  <a:lnTo>
                    <a:pt x="3262299" y="2381528"/>
                  </a:lnTo>
                  <a:lnTo>
                    <a:pt x="3196563" y="2457198"/>
                  </a:lnTo>
                  <a:lnTo>
                    <a:pt x="3130216" y="2532574"/>
                  </a:lnTo>
                  <a:lnTo>
                    <a:pt x="3029784" y="2645137"/>
                  </a:lnTo>
                  <a:lnTo>
                    <a:pt x="2928578" y="2757170"/>
                  </a:lnTo>
                  <a:lnTo>
                    <a:pt x="2489887" y="3238469"/>
                  </a:lnTo>
                  <a:lnTo>
                    <a:pt x="2390652" y="3349024"/>
                  </a:lnTo>
                  <a:lnTo>
                    <a:pt x="2325314" y="3422708"/>
                  </a:lnTo>
                  <a:lnTo>
                    <a:pt x="2260755" y="3496406"/>
                  </a:lnTo>
                  <a:lnTo>
                    <a:pt x="2197082" y="3570139"/>
                  </a:lnTo>
                  <a:lnTo>
                    <a:pt x="2134403" y="3643933"/>
                  </a:lnTo>
                  <a:lnTo>
                    <a:pt x="2072823" y="3717810"/>
                  </a:lnTo>
                  <a:lnTo>
                    <a:pt x="1331232" y="4877257"/>
                  </a:lnTo>
                  <a:lnTo>
                    <a:pt x="973296" y="5884240"/>
                  </a:lnTo>
                  <a:lnTo>
                    <a:pt x="860275" y="6594338"/>
                  </a:lnTo>
                  <a:lnTo>
                    <a:pt x="854585" y="6817880"/>
                  </a:lnTo>
                  <a:close/>
                </a:path>
              </a:pathLst>
            </a:custGeom>
            <a:solidFill>
              <a:srgbClr val="FFFFFF">
                <a:alpha val="540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318515" y="5416296"/>
            <a:ext cx="1462405" cy="304800"/>
          </a:xfrm>
          <a:custGeom>
            <a:avLst/>
            <a:gdLst/>
            <a:ahLst/>
            <a:cxnLst/>
            <a:rect l="l" t="t" r="r" b="b"/>
            <a:pathLst>
              <a:path w="1462405" h="304800">
                <a:moveTo>
                  <a:pt x="1310640" y="304800"/>
                </a:moveTo>
                <a:lnTo>
                  <a:pt x="152400" y="304800"/>
                </a:lnTo>
                <a:lnTo>
                  <a:pt x="104090" y="297101"/>
                </a:lnTo>
                <a:lnTo>
                  <a:pt x="62192" y="275509"/>
                </a:lnTo>
                <a:lnTo>
                  <a:pt x="29208" y="242525"/>
                </a:lnTo>
                <a:lnTo>
                  <a:pt x="7643" y="200654"/>
                </a:lnTo>
                <a:lnTo>
                  <a:pt x="0" y="152400"/>
                </a:lnTo>
                <a:lnTo>
                  <a:pt x="7643" y="104375"/>
                </a:lnTo>
                <a:lnTo>
                  <a:pt x="29208" y="62618"/>
                </a:lnTo>
                <a:lnTo>
                  <a:pt x="62192" y="29632"/>
                </a:lnTo>
                <a:lnTo>
                  <a:pt x="104090" y="7924"/>
                </a:lnTo>
                <a:lnTo>
                  <a:pt x="152400" y="0"/>
                </a:lnTo>
                <a:lnTo>
                  <a:pt x="1310640" y="0"/>
                </a:lnTo>
                <a:lnTo>
                  <a:pt x="1358407" y="7926"/>
                </a:lnTo>
                <a:lnTo>
                  <a:pt x="1399992" y="29648"/>
                </a:lnTo>
                <a:lnTo>
                  <a:pt x="1432848" y="62670"/>
                </a:lnTo>
                <a:lnTo>
                  <a:pt x="1454429" y="104499"/>
                </a:lnTo>
                <a:lnTo>
                  <a:pt x="1462189" y="152641"/>
                </a:lnTo>
                <a:lnTo>
                  <a:pt x="1454429" y="200778"/>
                </a:lnTo>
                <a:lnTo>
                  <a:pt x="1432848" y="242577"/>
                </a:lnTo>
                <a:lnTo>
                  <a:pt x="1399992" y="275524"/>
                </a:lnTo>
                <a:lnTo>
                  <a:pt x="1358407" y="297103"/>
                </a:lnTo>
                <a:lnTo>
                  <a:pt x="1310640" y="304800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1012" y="5439651"/>
            <a:ext cx="7372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欢迎大</a:t>
            </a:r>
            <a:r>
              <a:rPr sz="1400" spc="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家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117" y="1536722"/>
            <a:ext cx="6757670" cy="3470910"/>
          </a:xfrm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75"/>
              </a:spcBef>
            </a:pPr>
            <a:r>
              <a:rPr sz="6600" spc="3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杭州陆汇智能科技</a:t>
            </a:r>
            <a:endParaRPr sz="6600" spc="30" dirty="0">
              <a:solidFill>
                <a:srgbClr val="282B3D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2675"/>
              </a:spcBef>
            </a:pPr>
            <a:r>
              <a:rPr lang="zh-CN" sz="6600" spc="3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欢迎</a:t>
            </a:r>
            <a:r>
              <a:rPr sz="6600" spc="3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66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家</a:t>
            </a:r>
            <a:endParaRPr sz="6600">
              <a:latin typeface="黑体" panose="02010609060101010101" charset="-122"/>
              <a:cs typeface="黑体" panose="02010609060101010101" charset="-122"/>
            </a:endParaRPr>
          </a:p>
          <a:p>
            <a:pPr marL="92075" marR="1854200" algn="just">
              <a:lnSpc>
                <a:spcPct val="120000"/>
              </a:lnSpc>
              <a:spcBef>
                <a:spcPts val="145"/>
              </a:spcBef>
            </a:pP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HIKVISION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is an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intelligent Internet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of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things (Iot)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solution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and big data  service provider with video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as its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core, focusing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on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Iot, big data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service 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and smart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business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to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build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an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open and </a:t>
            </a:r>
            <a:r>
              <a:rPr sz="1000" spc="1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cooperative ecosystem,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to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provide  </a:t>
            </a:r>
            <a:r>
              <a:rPr sz="1000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services for public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service.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87" y="330898"/>
            <a:ext cx="4710036" cy="77391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40677" y="521309"/>
            <a:ext cx="1819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诚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铸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品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质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9032" y="521309"/>
            <a:ext cx="182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引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领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未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来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0425430" cy="6858000"/>
            </a:xfrm>
            <a:custGeom>
              <a:avLst/>
              <a:gdLst/>
              <a:ahLst/>
              <a:cxnLst/>
              <a:rect l="l" t="t" r="r" b="b"/>
              <a:pathLst>
                <a:path w="10425430" h="6858000">
                  <a:moveTo>
                    <a:pt x="1042524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5593777" y="0"/>
                  </a:lnTo>
                  <a:lnTo>
                    <a:pt x="5595185" y="10204"/>
                  </a:lnTo>
                  <a:lnTo>
                    <a:pt x="5599524" y="39792"/>
                  </a:lnTo>
                  <a:lnTo>
                    <a:pt x="5609079" y="99621"/>
                  </a:lnTo>
                  <a:lnTo>
                    <a:pt x="5619832" y="160316"/>
                  </a:lnTo>
                  <a:lnTo>
                    <a:pt x="5631816" y="221873"/>
                  </a:lnTo>
                  <a:lnTo>
                    <a:pt x="5645064" y="284290"/>
                  </a:lnTo>
                  <a:lnTo>
                    <a:pt x="5659610" y="347563"/>
                  </a:lnTo>
                  <a:lnTo>
                    <a:pt x="5675487" y="411689"/>
                  </a:lnTo>
                  <a:lnTo>
                    <a:pt x="5692729" y="476665"/>
                  </a:lnTo>
                  <a:lnTo>
                    <a:pt x="5711367" y="542488"/>
                  </a:lnTo>
                  <a:lnTo>
                    <a:pt x="5731437" y="609153"/>
                  </a:lnTo>
                  <a:lnTo>
                    <a:pt x="5752970" y="676659"/>
                  </a:lnTo>
                  <a:lnTo>
                    <a:pt x="5776001" y="745002"/>
                  </a:lnTo>
                  <a:lnTo>
                    <a:pt x="5800562" y="814178"/>
                  </a:lnTo>
                  <a:lnTo>
                    <a:pt x="5826687" y="884185"/>
                  </a:lnTo>
                  <a:lnTo>
                    <a:pt x="5854408" y="955019"/>
                  </a:lnTo>
                  <a:lnTo>
                    <a:pt x="5868878" y="990745"/>
                  </a:lnTo>
                  <a:lnTo>
                    <a:pt x="5883760" y="1026676"/>
                  </a:lnTo>
                  <a:lnTo>
                    <a:pt x="5899058" y="1062813"/>
                  </a:lnTo>
                  <a:lnTo>
                    <a:pt x="5914776" y="1099154"/>
                  </a:lnTo>
                  <a:lnTo>
                    <a:pt x="5930918" y="1135700"/>
                  </a:lnTo>
                  <a:lnTo>
                    <a:pt x="5947488" y="1172450"/>
                  </a:lnTo>
                  <a:lnTo>
                    <a:pt x="5964491" y="1209403"/>
                  </a:lnTo>
                  <a:lnTo>
                    <a:pt x="5981930" y="1246560"/>
                  </a:lnTo>
                  <a:lnTo>
                    <a:pt x="5999811" y="1283919"/>
                  </a:lnTo>
                  <a:lnTo>
                    <a:pt x="6018136" y="1321480"/>
                  </a:lnTo>
                  <a:lnTo>
                    <a:pt x="6036910" y="1359244"/>
                  </a:lnTo>
                  <a:lnTo>
                    <a:pt x="6056138" y="1397209"/>
                  </a:lnTo>
                  <a:lnTo>
                    <a:pt x="6075823" y="1435375"/>
                  </a:lnTo>
                  <a:lnTo>
                    <a:pt x="6095970" y="1473741"/>
                  </a:lnTo>
                  <a:lnTo>
                    <a:pt x="6116582" y="1512308"/>
                  </a:lnTo>
                  <a:lnTo>
                    <a:pt x="6137665" y="1551075"/>
                  </a:lnTo>
                  <a:lnTo>
                    <a:pt x="6159221" y="1590042"/>
                  </a:lnTo>
                  <a:lnTo>
                    <a:pt x="6181256" y="1629207"/>
                  </a:lnTo>
                  <a:lnTo>
                    <a:pt x="6203773" y="1668571"/>
                  </a:lnTo>
                  <a:lnTo>
                    <a:pt x="6226776" y="1708134"/>
                  </a:lnTo>
                  <a:lnTo>
                    <a:pt x="6250271" y="1747894"/>
                  </a:lnTo>
                  <a:lnTo>
                    <a:pt x="6274260" y="1787852"/>
                  </a:lnTo>
                  <a:lnTo>
                    <a:pt x="6298748" y="1828006"/>
                  </a:lnTo>
                  <a:lnTo>
                    <a:pt x="6323739" y="1868358"/>
                  </a:lnTo>
                  <a:lnTo>
                    <a:pt x="6349238" y="1908905"/>
                  </a:lnTo>
                  <a:lnTo>
                    <a:pt x="6375248" y="1949649"/>
                  </a:lnTo>
                  <a:lnTo>
                    <a:pt x="6401774" y="1990588"/>
                  </a:lnTo>
                  <a:lnTo>
                    <a:pt x="6428819" y="2031722"/>
                  </a:lnTo>
                  <a:lnTo>
                    <a:pt x="6456389" y="2073050"/>
                  </a:lnTo>
                  <a:lnTo>
                    <a:pt x="6484487" y="2114573"/>
                  </a:lnTo>
                  <a:lnTo>
                    <a:pt x="6513116" y="2156290"/>
                  </a:lnTo>
                  <a:lnTo>
                    <a:pt x="6542283" y="2198200"/>
                  </a:lnTo>
                  <a:lnTo>
                    <a:pt x="6571990" y="2240303"/>
                  </a:lnTo>
                  <a:lnTo>
                    <a:pt x="6602241" y="2282599"/>
                  </a:lnTo>
                  <a:lnTo>
                    <a:pt x="6633042" y="2325086"/>
                  </a:lnTo>
                  <a:lnTo>
                    <a:pt x="6664395" y="2367766"/>
                  </a:lnTo>
                  <a:lnTo>
                    <a:pt x="6696306" y="2410637"/>
                  </a:lnTo>
                  <a:lnTo>
                    <a:pt x="6728778" y="2453699"/>
                  </a:lnTo>
                  <a:lnTo>
                    <a:pt x="6761816" y="2496952"/>
                  </a:lnTo>
                  <a:lnTo>
                    <a:pt x="6795424" y="2540394"/>
                  </a:lnTo>
                  <a:lnTo>
                    <a:pt x="6829605" y="2584027"/>
                  </a:lnTo>
                  <a:lnTo>
                    <a:pt x="6864364" y="2627849"/>
                  </a:lnTo>
                  <a:lnTo>
                    <a:pt x="6899705" y="2671859"/>
                  </a:lnTo>
                  <a:lnTo>
                    <a:pt x="6935633" y="2716059"/>
                  </a:lnTo>
                  <a:lnTo>
                    <a:pt x="6972151" y="2760446"/>
                  </a:lnTo>
                  <a:lnTo>
                    <a:pt x="7009264" y="2805021"/>
                  </a:lnTo>
                  <a:lnTo>
                    <a:pt x="7046976" y="2849784"/>
                  </a:lnTo>
                  <a:lnTo>
                    <a:pt x="7085290" y="2894734"/>
                  </a:lnTo>
                  <a:lnTo>
                    <a:pt x="7124212" y="2939870"/>
                  </a:lnTo>
                  <a:lnTo>
                    <a:pt x="7163744" y="2985192"/>
                  </a:lnTo>
                  <a:lnTo>
                    <a:pt x="7203893" y="3030700"/>
                  </a:lnTo>
                  <a:lnTo>
                    <a:pt x="7244660" y="3076393"/>
                  </a:lnTo>
                  <a:lnTo>
                    <a:pt x="7286052" y="3122271"/>
                  </a:lnTo>
                  <a:lnTo>
                    <a:pt x="7328071" y="3168333"/>
                  </a:lnTo>
                  <a:lnTo>
                    <a:pt x="7370723" y="3214580"/>
                  </a:lnTo>
                  <a:lnTo>
                    <a:pt x="7414011" y="3261010"/>
                  </a:lnTo>
                  <a:lnTo>
                    <a:pt x="7457938" y="3307624"/>
                  </a:lnTo>
                  <a:lnTo>
                    <a:pt x="7502511" y="3354420"/>
                  </a:lnTo>
                  <a:lnTo>
                    <a:pt x="7547732" y="3401399"/>
                  </a:lnTo>
                  <a:lnTo>
                    <a:pt x="7593606" y="3448560"/>
                  </a:lnTo>
                  <a:lnTo>
                    <a:pt x="7640137" y="3495903"/>
                  </a:lnTo>
                  <a:lnTo>
                    <a:pt x="7687329" y="3543427"/>
                  </a:lnTo>
                  <a:lnTo>
                    <a:pt x="7735187" y="3591132"/>
                  </a:lnTo>
                  <a:lnTo>
                    <a:pt x="7832914" y="3687082"/>
                  </a:lnTo>
                  <a:lnTo>
                    <a:pt x="7933352" y="3783751"/>
                  </a:lnTo>
                  <a:lnTo>
                    <a:pt x="8036535" y="3881136"/>
                  </a:lnTo>
                  <a:lnTo>
                    <a:pt x="8142495" y="3979232"/>
                  </a:lnTo>
                  <a:lnTo>
                    <a:pt x="8251266" y="4078037"/>
                  </a:lnTo>
                  <a:lnTo>
                    <a:pt x="8276300" y="4100461"/>
                  </a:lnTo>
                  <a:lnTo>
                    <a:pt x="7558785" y="4100461"/>
                  </a:lnTo>
                  <a:lnTo>
                    <a:pt x="7578394" y="4124401"/>
                  </a:lnTo>
                  <a:lnTo>
                    <a:pt x="8303027" y="4124401"/>
                  </a:lnTo>
                  <a:lnTo>
                    <a:pt x="8419765" y="4227567"/>
                  </a:lnTo>
                  <a:lnTo>
                    <a:pt x="8535709" y="4328131"/>
                  </a:lnTo>
                  <a:lnTo>
                    <a:pt x="8654580" y="4429391"/>
                  </a:lnTo>
                  <a:lnTo>
                    <a:pt x="8840587" y="4598379"/>
                  </a:lnTo>
                  <a:lnTo>
                    <a:pt x="9296627" y="5078571"/>
                  </a:lnTo>
                  <a:lnTo>
                    <a:pt x="9869726" y="5829806"/>
                  </a:lnTo>
                  <a:lnTo>
                    <a:pt x="10406913" y="6811924"/>
                  </a:lnTo>
                  <a:lnTo>
                    <a:pt x="10425240" y="6858000"/>
                  </a:lnTo>
                  <a:close/>
                </a:path>
                <a:path w="10425430" h="6858000">
                  <a:moveTo>
                    <a:pt x="8303027" y="4124401"/>
                  </a:moveTo>
                  <a:lnTo>
                    <a:pt x="7578394" y="4124401"/>
                  </a:lnTo>
                  <a:lnTo>
                    <a:pt x="7568310" y="4111282"/>
                  </a:lnTo>
                  <a:lnTo>
                    <a:pt x="7558785" y="4100461"/>
                  </a:lnTo>
                  <a:lnTo>
                    <a:pt x="8276300" y="4100461"/>
                  </a:lnTo>
                  <a:lnTo>
                    <a:pt x="8303027" y="4124401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33688" y="0"/>
              <a:ext cx="4785360" cy="6858000"/>
            </a:xfrm>
            <a:custGeom>
              <a:avLst/>
              <a:gdLst/>
              <a:ahLst/>
              <a:cxnLst/>
              <a:rect l="l" t="t" r="r" b="b"/>
              <a:pathLst>
                <a:path w="4785359" h="6858000">
                  <a:moveTo>
                    <a:pt x="4784750" y="6858000"/>
                  </a:moveTo>
                  <a:lnTo>
                    <a:pt x="3654374" y="6858000"/>
                  </a:lnTo>
                  <a:lnTo>
                    <a:pt x="3646096" y="6819900"/>
                  </a:lnTo>
                  <a:lnTo>
                    <a:pt x="3634433" y="6781800"/>
                  </a:lnTo>
                  <a:lnTo>
                    <a:pt x="3622484" y="6731000"/>
                  </a:lnTo>
                  <a:lnTo>
                    <a:pt x="3610247" y="6692900"/>
                  </a:lnTo>
                  <a:lnTo>
                    <a:pt x="3597717" y="6654800"/>
                  </a:lnTo>
                  <a:lnTo>
                    <a:pt x="3584893" y="6604000"/>
                  </a:lnTo>
                  <a:lnTo>
                    <a:pt x="3571770" y="6565900"/>
                  </a:lnTo>
                  <a:lnTo>
                    <a:pt x="3558346" y="6515100"/>
                  </a:lnTo>
                  <a:lnTo>
                    <a:pt x="3544617" y="6477000"/>
                  </a:lnTo>
                  <a:lnTo>
                    <a:pt x="3530581" y="6426200"/>
                  </a:lnTo>
                  <a:lnTo>
                    <a:pt x="3516234" y="6388100"/>
                  </a:lnTo>
                  <a:lnTo>
                    <a:pt x="3501572" y="6337300"/>
                  </a:lnTo>
                  <a:lnTo>
                    <a:pt x="3486594" y="6299200"/>
                  </a:lnTo>
                  <a:lnTo>
                    <a:pt x="3471296" y="6248400"/>
                  </a:lnTo>
                  <a:lnTo>
                    <a:pt x="3455674" y="6210300"/>
                  </a:lnTo>
                  <a:lnTo>
                    <a:pt x="3439725" y="6159500"/>
                  </a:lnTo>
                  <a:lnTo>
                    <a:pt x="3423447" y="6121400"/>
                  </a:lnTo>
                  <a:lnTo>
                    <a:pt x="3406836" y="6070600"/>
                  </a:lnTo>
                  <a:lnTo>
                    <a:pt x="3389889" y="6019800"/>
                  </a:lnTo>
                  <a:lnTo>
                    <a:pt x="3372603" y="5981700"/>
                  </a:lnTo>
                  <a:lnTo>
                    <a:pt x="3354975" y="5930900"/>
                  </a:lnTo>
                  <a:lnTo>
                    <a:pt x="3337001" y="5880100"/>
                  </a:lnTo>
                  <a:lnTo>
                    <a:pt x="3318679" y="5842000"/>
                  </a:lnTo>
                  <a:lnTo>
                    <a:pt x="3300006" y="5791200"/>
                  </a:lnTo>
                  <a:lnTo>
                    <a:pt x="3280977" y="5740400"/>
                  </a:lnTo>
                  <a:lnTo>
                    <a:pt x="3261591" y="5702300"/>
                  </a:lnTo>
                  <a:lnTo>
                    <a:pt x="3241843" y="5651500"/>
                  </a:lnTo>
                  <a:lnTo>
                    <a:pt x="3221732" y="5600700"/>
                  </a:lnTo>
                  <a:lnTo>
                    <a:pt x="3201253" y="5562600"/>
                  </a:lnTo>
                  <a:lnTo>
                    <a:pt x="3180403" y="5511800"/>
                  </a:lnTo>
                  <a:lnTo>
                    <a:pt x="3159180" y="5461000"/>
                  </a:lnTo>
                  <a:lnTo>
                    <a:pt x="3137580" y="5410200"/>
                  </a:lnTo>
                  <a:lnTo>
                    <a:pt x="3115600" y="5372100"/>
                  </a:lnTo>
                  <a:lnTo>
                    <a:pt x="3093238" y="5321300"/>
                  </a:lnTo>
                  <a:lnTo>
                    <a:pt x="3070489" y="5270500"/>
                  </a:lnTo>
                  <a:lnTo>
                    <a:pt x="3047350" y="5219700"/>
                  </a:lnTo>
                  <a:lnTo>
                    <a:pt x="3023820" y="5181600"/>
                  </a:lnTo>
                  <a:lnTo>
                    <a:pt x="2999893" y="5130800"/>
                  </a:lnTo>
                  <a:lnTo>
                    <a:pt x="2975568" y="5080000"/>
                  </a:lnTo>
                  <a:lnTo>
                    <a:pt x="2950841" y="5029200"/>
                  </a:lnTo>
                  <a:lnTo>
                    <a:pt x="2925709" y="4978400"/>
                  </a:lnTo>
                  <a:lnTo>
                    <a:pt x="2900169" y="4940300"/>
                  </a:lnTo>
                  <a:lnTo>
                    <a:pt x="2874218" y="4889500"/>
                  </a:lnTo>
                  <a:lnTo>
                    <a:pt x="2847852" y="4838700"/>
                  </a:lnTo>
                  <a:lnTo>
                    <a:pt x="2821068" y="4787900"/>
                  </a:lnTo>
                  <a:lnTo>
                    <a:pt x="2793864" y="4737100"/>
                  </a:lnTo>
                  <a:lnTo>
                    <a:pt x="2766236" y="4686300"/>
                  </a:lnTo>
                  <a:lnTo>
                    <a:pt x="2738181" y="4635500"/>
                  </a:lnTo>
                  <a:lnTo>
                    <a:pt x="2709696" y="4597400"/>
                  </a:lnTo>
                  <a:lnTo>
                    <a:pt x="2680778" y="4546600"/>
                  </a:lnTo>
                  <a:lnTo>
                    <a:pt x="2651423" y="4495800"/>
                  </a:lnTo>
                  <a:lnTo>
                    <a:pt x="2621629" y="4445000"/>
                  </a:lnTo>
                  <a:lnTo>
                    <a:pt x="2596067" y="4406900"/>
                  </a:lnTo>
                  <a:lnTo>
                    <a:pt x="2570315" y="4356100"/>
                  </a:lnTo>
                  <a:lnTo>
                    <a:pt x="2544379" y="4318000"/>
                  </a:lnTo>
                  <a:lnTo>
                    <a:pt x="2518264" y="4279900"/>
                  </a:lnTo>
                  <a:lnTo>
                    <a:pt x="2491976" y="4229100"/>
                  </a:lnTo>
                  <a:lnTo>
                    <a:pt x="2438903" y="4152900"/>
                  </a:lnTo>
                  <a:lnTo>
                    <a:pt x="2412130" y="4102100"/>
                  </a:lnTo>
                  <a:lnTo>
                    <a:pt x="2358138" y="4025900"/>
                  </a:lnTo>
                  <a:lnTo>
                    <a:pt x="2330930" y="3975100"/>
                  </a:lnTo>
                  <a:lnTo>
                    <a:pt x="2276121" y="3898900"/>
                  </a:lnTo>
                  <a:lnTo>
                    <a:pt x="2248530" y="3848100"/>
                  </a:lnTo>
                  <a:lnTo>
                    <a:pt x="2193006" y="3771900"/>
                  </a:lnTo>
                  <a:lnTo>
                    <a:pt x="2165084" y="3721100"/>
                  </a:lnTo>
                  <a:lnTo>
                    <a:pt x="2108948" y="3644900"/>
                  </a:lnTo>
                  <a:lnTo>
                    <a:pt x="2080745" y="3594100"/>
                  </a:lnTo>
                  <a:lnTo>
                    <a:pt x="1995666" y="3479800"/>
                  </a:lnTo>
                  <a:lnTo>
                    <a:pt x="1967168" y="3429000"/>
                  </a:lnTo>
                  <a:lnTo>
                    <a:pt x="1938611" y="3390900"/>
                  </a:lnTo>
                  <a:lnTo>
                    <a:pt x="1910001" y="3340100"/>
                  </a:lnTo>
                  <a:lnTo>
                    <a:pt x="1852641" y="3263900"/>
                  </a:lnTo>
                  <a:lnTo>
                    <a:pt x="1651022" y="2959100"/>
                  </a:lnTo>
                  <a:lnTo>
                    <a:pt x="1593359" y="2882900"/>
                  </a:lnTo>
                  <a:lnTo>
                    <a:pt x="1564546" y="2832100"/>
                  </a:lnTo>
                  <a:lnTo>
                    <a:pt x="1506987" y="2755900"/>
                  </a:lnTo>
                  <a:lnTo>
                    <a:pt x="1478252" y="2705100"/>
                  </a:lnTo>
                  <a:lnTo>
                    <a:pt x="1449553" y="2667000"/>
                  </a:lnTo>
                  <a:lnTo>
                    <a:pt x="1420898" y="2616200"/>
                  </a:lnTo>
                  <a:lnTo>
                    <a:pt x="1363739" y="2540000"/>
                  </a:lnTo>
                  <a:lnTo>
                    <a:pt x="1335246" y="2489200"/>
                  </a:lnTo>
                  <a:lnTo>
                    <a:pt x="1278463" y="2413000"/>
                  </a:lnTo>
                  <a:lnTo>
                    <a:pt x="1250184" y="2362200"/>
                  </a:lnTo>
                  <a:lnTo>
                    <a:pt x="1221988" y="2324100"/>
                  </a:lnTo>
                  <a:lnTo>
                    <a:pt x="1193880" y="2273300"/>
                  </a:lnTo>
                  <a:lnTo>
                    <a:pt x="1137951" y="2197100"/>
                  </a:lnTo>
                  <a:lnTo>
                    <a:pt x="1110142" y="2146300"/>
                  </a:lnTo>
                  <a:lnTo>
                    <a:pt x="1082444" y="2108200"/>
                  </a:lnTo>
                  <a:lnTo>
                    <a:pt x="1054863" y="2057400"/>
                  </a:lnTo>
                  <a:lnTo>
                    <a:pt x="1000073" y="1981200"/>
                  </a:lnTo>
                  <a:lnTo>
                    <a:pt x="972876" y="1930400"/>
                  </a:lnTo>
                  <a:lnTo>
                    <a:pt x="945819" y="1892300"/>
                  </a:lnTo>
                  <a:lnTo>
                    <a:pt x="918906" y="1841500"/>
                  </a:lnTo>
                  <a:lnTo>
                    <a:pt x="892145" y="1803400"/>
                  </a:lnTo>
                  <a:lnTo>
                    <a:pt x="865540" y="1752600"/>
                  </a:lnTo>
                  <a:lnTo>
                    <a:pt x="812822" y="1676400"/>
                  </a:lnTo>
                  <a:lnTo>
                    <a:pt x="786720" y="1625600"/>
                  </a:lnTo>
                  <a:lnTo>
                    <a:pt x="760798" y="1587500"/>
                  </a:lnTo>
                  <a:lnTo>
                    <a:pt x="735061" y="1536700"/>
                  </a:lnTo>
                  <a:lnTo>
                    <a:pt x="709514" y="1498600"/>
                  </a:lnTo>
                  <a:lnTo>
                    <a:pt x="684164" y="1447800"/>
                  </a:lnTo>
                  <a:lnTo>
                    <a:pt x="659015" y="1409700"/>
                  </a:lnTo>
                  <a:lnTo>
                    <a:pt x="634074" y="1358900"/>
                  </a:lnTo>
                  <a:lnTo>
                    <a:pt x="609347" y="1320800"/>
                  </a:lnTo>
                  <a:lnTo>
                    <a:pt x="584838" y="1282700"/>
                  </a:lnTo>
                  <a:lnTo>
                    <a:pt x="560554" y="1231900"/>
                  </a:lnTo>
                  <a:lnTo>
                    <a:pt x="536501" y="1193800"/>
                  </a:lnTo>
                  <a:lnTo>
                    <a:pt x="512684" y="1143000"/>
                  </a:lnTo>
                  <a:lnTo>
                    <a:pt x="489108" y="1104900"/>
                  </a:lnTo>
                  <a:lnTo>
                    <a:pt x="465780" y="1054100"/>
                  </a:lnTo>
                  <a:lnTo>
                    <a:pt x="442705" y="1016000"/>
                  </a:lnTo>
                  <a:lnTo>
                    <a:pt x="419889" y="965200"/>
                  </a:lnTo>
                  <a:lnTo>
                    <a:pt x="397337" y="927100"/>
                  </a:lnTo>
                  <a:lnTo>
                    <a:pt x="375055" y="876300"/>
                  </a:lnTo>
                  <a:lnTo>
                    <a:pt x="353049" y="838200"/>
                  </a:lnTo>
                  <a:lnTo>
                    <a:pt x="331325" y="787400"/>
                  </a:lnTo>
                  <a:lnTo>
                    <a:pt x="309888" y="749300"/>
                  </a:lnTo>
                  <a:lnTo>
                    <a:pt x="288744" y="698500"/>
                  </a:lnTo>
                  <a:lnTo>
                    <a:pt x="267898" y="660400"/>
                  </a:lnTo>
                  <a:lnTo>
                    <a:pt x="247357" y="609600"/>
                  </a:lnTo>
                  <a:lnTo>
                    <a:pt x="227126" y="571500"/>
                  </a:lnTo>
                  <a:lnTo>
                    <a:pt x="207210" y="520700"/>
                  </a:lnTo>
                  <a:lnTo>
                    <a:pt x="187615" y="482600"/>
                  </a:lnTo>
                  <a:lnTo>
                    <a:pt x="168348" y="431800"/>
                  </a:lnTo>
                  <a:lnTo>
                    <a:pt x="149413" y="381000"/>
                  </a:lnTo>
                  <a:lnTo>
                    <a:pt x="130817" y="342900"/>
                  </a:lnTo>
                  <a:lnTo>
                    <a:pt x="112564" y="292100"/>
                  </a:lnTo>
                  <a:lnTo>
                    <a:pt x="94662" y="254000"/>
                  </a:lnTo>
                  <a:lnTo>
                    <a:pt x="77114" y="203200"/>
                  </a:lnTo>
                  <a:lnTo>
                    <a:pt x="59928" y="165100"/>
                  </a:lnTo>
                  <a:lnTo>
                    <a:pt x="43109" y="114300"/>
                  </a:lnTo>
                  <a:lnTo>
                    <a:pt x="26662" y="63500"/>
                  </a:lnTo>
                  <a:lnTo>
                    <a:pt x="10593" y="25400"/>
                  </a:lnTo>
                  <a:lnTo>
                    <a:pt x="0" y="0"/>
                  </a:lnTo>
                  <a:lnTo>
                    <a:pt x="662639" y="0"/>
                  </a:lnTo>
                  <a:lnTo>
                    <a:pt x="664576" y="12700"/>
                  </a:lnTo>
                  <a:lnTo>
                    <a:pt x="668575" y="38100"/>
                  </a:lnTo>
                  <a:lnTo>
                    <a:pt x="672856" y="76200"/>
                  </a:lnTo>
                  <a:lnTo>
                    <a:pt x="677423" y="101600"/>
                  </a:lnTo>
                  <a:lnTo>
                    <a:pt x="682281" y="139700"/>
                  </a:lnTo>
                  <a:lnTo>
                    <a:pt x="687433" y="165100"/>
                  </a:lnTo>
                  <a:lnTo>
                    <a:pt x="692884" y="203200"/>
                  </a:lnTo>
                  <a:lnTo>
                    <a:pt x="698639" y="228600"/>
                  </a:lnTo>
                  <a:lnTo>
                    <a:pt x="704701" y="266700"/>
                  </a:lnTo>
                  <a:lnTo>
                    <a:pt x="711074" y="304800"/>
                  </a:lnTo>
                  <a:lnTo>
                    <a:pt x="717764" y="330200"/>
                  </a:lnTo>
                  <a:lnTo>
                    <a:pt x="724774" y="368300"/>
                  </a:lnTo>
                  <a:lnTo>
                    <a:pt x="732108" y="393700"/>
                  </a:lnTo>
                  <a:lnTo>
                    <a:pt x="739772" y="431800"/>
                  </a:lnTo>
                  <a:lnTo>
                    <a:pt x="747768" y="469900"/>
                  </a:lnTo>
                  <a:lnTo>
                    <a:pt x="756102" y="508000"/>
                  </a:lnTo>
                  <a:lnTo>
                    <a:pt x="764777" y="533400"/>
                  </a:lnTo>
                  <a:lnTo>
                    <a:pt x="773799" y="571500"/>
                  </a:lnTo>
                  <a:lnTo>
                    <a:pt x="783170" y="609600"/>
                  </a:lnTo>
                  <a:lnTo>
                    <a:pt x="792896" y="647700"/>
                  </a:lnTo>
                  <a:lnTo>
                    <a:pt x="802981" y="673100"/>
                  </a:lnTo>
                  <a:lnTo>
                    <a:pt x="813429" y="711200"/>
                  </a:lnTo>
                  <a:lnTo>
                    <a:pt x="824244" y="749300"/>
                  </a:lnTo>
                  <a:lnTo>
                    <a:pt x="835430" y="787400"/>
                  </a:lnTo>
                  <a:lnTo>
                    <a:pt x="846992" y="825500"/>
                  </a:lnTo>
                  <a:lnTo>
                    <a:pt x="858935" y="863600"/>
                  </a:lnTo>
                  <a:lnTo>
                    <a:pt x="871261" y="901700"/>
                  </a:lnTo>
                  <a:lnTo>
                    <a:pt x="883977" y="939800"/>
                  </a:lnTo>
                  <a:lnTo>
                    <a:pt x="897085" y="965200"/>
                  </a:lnTo>
                  <a:lnTo>
                    <a:pt x="910590" y="1003300"/>
                  </a:lnTo>
                  <a:lnTo>
                    <a:pt x="924497" y="1041400"/>
                  </a:lnTo>
                  <a:lnTo>
                    <a:pt x="938809" y="1079500"/>
                  </a:lnTo>
                  <a:lnTo>
                    <a:pt x="953531" y="1117600"/>
                  </a:lnTo>
                  <a:lnTo>
                    <a:pt x="968668" y="1168400"/>
                  </a:lnTo>
                  <a:lnTo>
                    <a:pt x="984223" y="1206500"/>
                  </a:lnTo>
                  <a:lnTo>
                    <a:pt x="1000201" y="1244600"/>
                  </a:lnTo>
                  <a:lnTo>
                    <a:pt x="1016606" y="1282700"/>
                  </a:lnTo>
                  <a:lnTo>
                    <a:pt x="1033442" y="1320800"/>
                  </a:lnTo>
                  <a:lnTo>
                    <a:pt x="1050713" y="1358900"/>
                  </a:lnTo>
                  <a:lnTo>
                    <a:pt x="1068425" y="1397000"/>
                  </a:lnTo>
                  <a:lnTo>
                    <a:pt x="1086581" y="1435100"/>
                  </a:lnTo>
                  <a:lnTo>
                    <a:pt x="1105185" y="1485900"/>
                  </a:lnTo>
                  <a:lnTo>
                    <a:pt x="1124241" y="1524000"/>
                  </a:lnTo>
                  <a:lnTo>
                    <a:pt x="1143755" y="1562100"/>
                  </a:lnTo>
                  <a:lnTo>
                    <a:pt x="1163730" y="1600200"/>
                  </a:lnTo>
                  <a:lnTo>
                    <a:pt x="1184170" y="1638300"/>
                  </a:lnTo>
                  <a:lnTo>
                    <a:pt x="1205080" y="1689100"/>
                  </a:lnTo>
                  <a:lnTo>
                    <a:pt x="1226464" y="1727200"/>
                  </a:lnTo>
                  <a:lnTo>
                    <a:pt x="1248326" y="1765300"/>
                  </a:lnTo>
                  <a:lnTo>
                    <a:pt x="1270671" y="1816100"/>
                  </a:lnTo>
                  <a:lnTo>
                    <a:pt x="1293502" y="1854200"/>
                  </a:lnTo>
                  <a:lnTo>
                    <a:pt x="1316825" y="1892300"/>
                  </a:lnTo>
                  <a:lnTo>
                    <a:pt x="1340643" y="1943100"/>
                  </a:lnTo>
                  <a:lnTo>
                    <a:pt x="1364961" y="1981200"/>
                  </a:lnTo>
                  <a:lnTo>
                    <a:pt x="1389782" y="2032000"/>
                  </a:lnTo>
                  <a:lnTo>
                    <a:pt x="1415112" y="2070100"/>
                  </a:lnTo>
                  <a:lnTo>
                    <a:pt x="1440954" y="2108200"/>
                  </a:lnTo>
                  <a:lnTo>
                    <a:pt x="1467313" y="2159000"/>
                  </a:lnTo>
                  <a:lnTo>
                    <a:pt x="1494192" y="2197100"/>
                  </a:lnTo>
                  <a:lnTo>
                    <a:pt x="1521597" y="2247900"/>
                  </a:lnTo>
                  <a:lnTo>
                    <a:pt x="1549532" y="2286000"/>
                  </a:lnTo>
                  <a:lnTo>
                    <a:pt x="1578000" y="2336800"/>
                  </a:lnTo>
                  <a:lnTo>
                    <a:pt x="1607006" y="2374900"/>
                  </a:lnTo>
                  <a:lnTo>
                    <a:pt x="1636555" y="2425700"/>
                  </a:lnTo>
                  <a:lnTo>
                    <a:pt x="1666650" y="2476500"/>
                  </a:lnTo>
                  <a:lnTo>
                    <a:pt x="1697296" y="2514600"/>
                  </a:lnTo>
                  <a:lnTo>
                    <a:pt x="1728497" y="2565400"/>
                  </a:lnTo>
                  <a:lnTo>
                    <a:pt x="1760258" y="2603500"/>
                  </a:lnTo>
                  <a:lnTo>
                    <a:pt x="1792582" y="2654300"/>
                  </a:lnTo>
                  <a:lnTo>
                    <a:pt x="1825474" y="2705100"/>
                  </a:lnTo>
                  <a:lnTo>
                    <a:pt x="1858938" y="2743200"/>
                  </a:lnTo>
                  <a:lnTo>
                    <a:pt x="1892979" y="2794000"/>
                  </a:lnTo>
                  <a:lnTo>
                    <a:pt x="1927601" y="2844800"/>
                  </a:lnTo>
                  <a:lnTo>
                    <a:pt x="1962807" y="2895600"/>
                  </a:lnTo>
                  <a:lnTo>
                    <a:pt x="1998603" y="2933700"/>
                  </a:lnTo>
                  <a:lnTo>
                    <a:pt x="2034992" y="2984500"/>
                  </a:lnTo>
                  <a:lnTo>
                    <a:pt x="2071979" y="3035300"/>
                  </a:lnTo>
                  <a:lnTo>
                    <a:pt x="2109569" y="3086100"/>
                  </a:lnTo>
                  <a:lnTo>
                    <a:pt x="2147764" y="3124200"/>
                  </a:lnTo>
                  <a:lnTo>
                    <a:pt x="2186571" y="3175000"/>
                  </a:lnTo>
                  <a:lnTo>
                    <a:pt x="2225992" y="3225800"/>
                  </a:lnTo>
                  <a:lnTo>
                    <a:pt x="2266032" y="3276600"/>
                  </a:lnTo>
                  <a:lnTo>
                    <a:pt x="2306696" y="3327400"/>
                  </a:lnTo>
                  <a:lnTo>
                    <a:pt x="2347987" y="3378200"/>
                  </a:lnTo>
                  <a:lnTo>
                    <a:pt x="2389911" y="3429000"/>
                  </a:lnTo>
                  <a:lnTo>
                    <a:pt x="2432470" y="3479800"/>
                  </a:lnTo>
                  <a:lnTo>
                    <a:pt x="2475670" y="3530600"/>
                  </a:lnTo>
                  <a:lnTo>
                    <a:pt x="2519515" y="3568700"/>
                  </a:lnTo>
                  <a:lnTo>
                    <a:pt x="2564009" y="3619500"/>
                  </a:lnTo>
                  <a:lnTo>
                    <a:pt x="2609157" y="3670300"/>
                  </a:lnTo>
                  <a:lnTo>
                    <a:pt x="2654962" y="3721100"/>
                  </a:lnTo>
                  <a:lnTo>
                    <a:pt x="2701428" y="3771900"/>
                  </a:lnTo>
                  <a:lnTo>
                    <a:pt x="2748561" y="3835400"/>
                  </a:lnTo>
                  <a:lnTo>
                    <a:pt x="2796365" y="3886200"/>
                  </a:lnTo>
                  <a:lnTo>
                    <a:pt x="2844843" y="3937000"/>
                  </a:lnTo>
                  <a:lnTo>
                    <a:pt x="2893999" y="3987800"/>
                  </a:lnTo>
                  <a:lnTo>
                    <a:pt x="2943840" y="4038600"/>
                  </a:lnTo>
                  <a:lnTo>
                    <a:pt x="2994367" y="4089400"/>
                  </a:lnTo>
                  <a:lnTo>
                    <a:pt x="3045586" y="4140200"/>
                  </a:lnTo>
                  <a:lnTo>
                    <a:pt x="3097502" y="4191000"/>
                  </a:lnTo>
                  <a:lnTo>
                    <a:pt x="3150118" y="4241800"/>
                  </a:lnTo>
                  <a:lnTo>
                    <a:pt x="3203438" y="4305300"/>
                  </a:lnTo>
                  <a:lnTo>
                    <a:pt x="3257467" y="4356100"/>
                  </a:lnTo>
                  <a:lnTo>
                    <a:pt x="3435260" y="4546600"/>
                  </a:lnTo>
                  <a:lnTo>
                    <a:pt x="3863704" y="5080000"/>
                  </a:lnTo>
                  <a:lnTo>
                    <a:pt x="4385393" y="5905500"/>
                  </a:lnTo>
                  <a:lnTo>
                    <a:pt x="4784750" y="6858000"/>
                  </a:lnTo>
                  <a:close/>
                </a:path>
              </a:pathLst>
            </a:custGeom>
            <a:solidFill>
              <a:srgbClr val="4D516B">
                <a:alpha val="98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362325" y="0"/>
              <a:ext cx="4448175" cy="6858000"/>
            </a:xfrm>
            <a:custGeom>
              <a:avLst/>
              <a:gdLst/>
              <a:ahLst/>
              <a:cxnLst/>
              <a:rect l="l" t="t" r="r" b="b"/>
              <a:pathLst>
                <a:path w="4448175" h="6858000">
                  <a:moveTo>
                    <a:pt x="4447580" y="6858000"/>
                  </a:moveTo>
                  <a:lnTo>
                    <a:pt x="3608090" y="6858000"/>
                  </a:lnTo>
                  <a:lnTo>
                    <a:pt x="3604509" y="6714422"/>
                  </a:lnTo>
                  <a:lnTo>
                    <a:pt x="3489987" y="5979982"/>
                  </a:lnTo>
                  <a:lnTo>
                    <a:pt x="3127301" y="4938479"/>
                  </a:lnTo>
                  <a:lnTo>
                    <a:pt x="2375873" y="3739286"/>
                  </a:lnTo>
                  <a:lnTo>
                    <a:pt x="2345484" y="3701872"/>
                  </a:lnTo>
                  <a:lnTo>
                    <a:pt x="2314814" y="3664483"/>
                  </a:lnTo>
                  <a:lnTo>
                    <a:pt x="2283876" y="3627114"/>
                  </a:lnTo>
                  <a:lnTo>
                    <a:pt x="2252684" y="3589763"/>
                  </a:lnTo>
                  <a:lnTo>
                    <a:pt x="2189584" y="3515104"/>
                  </a:lnTo>
                  <a:lnTo>
                    <a:pt x="2125617" y="3440483"/>
                  </a:lnTo>
                  <a:lnTo>
                    <a:pt x="2060883" y="3365876"/>
                  </a:lnTo>
                  <a:lnTo>
                    <a:pt x="1962570" y="3253943"/>
                  </a:lnTo>
                  <a:lnTo>
                    <a:pt x="1393796" y="2615568"/>
                  </a:lnTo>
                  <a:lnTo>
                    <a:pt x="1294290" y="2501532"/>
                  </a:lnTo>
                  <a:lnTo>
                    <a:pt x="1228562" y="2425173"/>
                  </a:lnTo>
                  <a:lnTo>
                    <a:pt x="1163442" y="2348518"/>
                  </a:lnTo>
                  <a:lnTo>
                    <a:pt x="1099030" y="2271546"/>
                  </a:lnTo>
                  <a:lnTo>
                    <a:pt x="1067121" y="2232933"/>
                  </a:lnTo>
                  <a:lnTo>
                    <a:pt x="1035428" y="2194232"/>
                  </a:lnTo>
                  <a:lnTo>
                    <a:pt x="1003963" y="2155440"/>
                  </a:lnTo>
                  <a:lnTo>
                    <a:pt x="972738" y="2116555"/>
                  </a:lnTo>
                  <a:lnTo>
                    <a:pt x="941767" y="2077572"/>
                  </a:lnTo>
                  <a:lnTo>
                    <a:pt x="911062" y="2038490"/>
                  </a:lnTo>
                  <a:lnTo>
                    <a:pt x="880636" y="1999306"/>
                  </a:lnTo>
                  <a:lnTo>
                    <a:pt x="850501" y="1960016"/>
                  </a:lnTo>
                  <a:lnTo>
                    <a:pt x="820671" y="1920618"/>
                  </a:lnTo>
                  <a:lnTo>
                    <a:pt x="791158" y="1881109"/>
                  </a:lnTo>
                  <a:lnTo>
                    <a:pt x="761974" y="1841486"/>
                  </a:lnTo>
                  <a:lnTo>
                    <a:pt x="733133" y="1801747"/>
                  </a:lnTo>
                  <a:lnTo>
                    <a:pt x="704646" y="1761887"/>
                  </a:lnTo>
                  <a:lnTo>
                    <a:pt x="676528" y="1721905"/>
                  </a:lnTo>
                  <a:lnTo>
                    <a:pt x="648790" y="1681798"/>
                  </a:lnTo>
                  <a:lnTo>
                    <a:pt x="621445" y="1641562"/>
                  </a:lnTo>
                  <a:lnTo>
                    <a:pt x="594507" y="1601196"/>
                  </a:lnTo>
                  <a:lnTo>
                    <a:pt x="567986" y="1560695"/>
                  </a:lnTo>
                  <a:lnTo>
                    <a:pt x="541898" y="1520057"/>
                  </a:lnTo>
                  <a:lnTo>
                    <a:pt x="516253" y="1479280"/>
                  </a:lnTo>
                  <a:lnTo>
                    <a:pt x="491065" y="1438360"/>
                  </a:lnTo>
                  <a:lnTo>
                    <a:pt x="466347" y="1397295"/>
                  </a:lnTo>
                  <a:lnTo>
                    <a:pt x="442111" y="1356081"/>
                  </a:lnTo>
                  <a:lnTo>
                    <a:pt x="418370" y="1314716"/>
                  </a:lnTo>
                  <a:lnTo>
                    <a:pt x="395136" y="1273197"/>
                  </a:lnTo>
                  <a:lnTo>
                    <a:pt x="372423" y="1231521"/>
                  </a:lnTo>
                  <a:lnTo>
                    <a:pt x="350243" y="1189685"/>
                  </a:lnTo>
                  <a:lnTo>
                    <a:pt x="328608" y="1147686"/>
                  </a:lnTo>
                  <a:lnTo>
                    <a:pt x="307532" y="1105522"/>
                  </a:lnTo>
                  <a:lnTo>
                    <a:pt x="287027" y="1063190"/>
                  </a:lnTo>
                  <a:lnTo>
                    <a:pt x="267107" y="1020686"/>
                  </a:lnTo>
                  <a:lnTo>
                    <a:pt x="247782" y="978008"/>
                  </a:lnTo>
                  <a:lnTo>
                    <a:pt x="229067" y="935153"/>
                  </a:lnTo>
                  <a:lnTo>
                    <a:pt x="210975" y="892118"/>
                  </a:lnTo>
                  <a:lnTo>
                    <a:pt x="193516" y="848900"/>
                  </a:lnTo>
                  <a:lnTo>
                    <a:pt x="176706" y="805497"/>
                  </a:lnTo>
                  <a:lnTo>
                    <a:pt x="160555" y="761905"/>
                  </a:lnTo>
                  <a:lnTo>
                    <a:pt x="145078" y="718122"/>
                  </a:lnTo>
                  <a:lnTo>
                    <a:pt x="130285" y="674145"/>
                  </a:lnTo>
                  <a:lnTo>
                    <a:pt x="116192" y="629970"/>
                  </a:lnTo>
                  <a:lnTo>
                    <a:pt x="102809" y="585596"/>
                  </a:lnTo>
                  <a:lnTo>
                    <a:pt x="90150" y="541018"/>
                  </a:lnTo>
                  <a:lnTo>
                    <a:pt x="78227" y="496235"/>
                  </a:lnTo>
                  <a:lnTo>
                    <a:pt x="67054" y="451244"/>
                  </a:lnTo>
                  <a:lnTo>
                    <a:pt x="56642" y="406040"/>
                  </a:lnTo>
                  <a:lnTo>
                    <a:pt x="47005" y="360623"/>
                  </a:lnTo>
                  <a:lnTo>
                    <a:pt x="38156" y="314988"/>
                  </a:lnTo>
                  <a:lnTo>
                    <a:pt x="30106" y="269134"/>
                  </a:lnTo>
                  <a:lnTo>
                    <a:pt x="22869" y="223056"/>
                  </a:lnTo>
                  <a:lnTo>
                    <a:pt x="16457" y="176753"/>
                  </a:lnTo>
                  <a:lnTo>
                    <a:pt x="10884" y="130221"/>
                  </a:lnTo>
                  <a:lnTo>
                    <a:pt x="6161" y="83457"/>
                  </a:lnTo>
                  <a:lnTo>
                    <a:pt x="2302" y="36460"/>
                  </a:lnTo>
                  <a:lnTo>
                    <a:pt x="0" y="0"/>
                  </a:lnTo>
                  <a:lnTo>
                    <a:pt x="696130" y="0"/>
                  </a:lnTo>
                  <a:lnTo>
                    <a:pt x="712881" y="171548"/>
                  </a:lnTo>
                  <a:lnTo>
                    <a:pt x="923412" y="946232"/>
                  </a:lnTo>
                  <a:lnTo>
                    <a:pt x="1511229" y="2131282"/>
                  </a:lnTo>
                  <a:lnTo>
                    <a:pt x="2670183" y="3639896"/>
                  </a:lnTo>
                  <a:lnTo>
                    <a:pt x="2915737" y="3930871"/>
                  </a:lnTo>
                  <a:lnTo>
                    <a:pt x="3476792" y="4695209"/>
                  </a:lnTo>
                  <a:lnTo>
                    <a:pt x="4089939" y="5770023"/>
                  </a:lnTo>
                  <a:lnTo>
                    <a:pt x="4447580" y="6858000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>
            <p:custDataLst>
              <p:tags r:id="rId2"/>
            </p:custDataLst>
          </p:nvPr>
        </p:nvSpPr>
        <p:spPr>
          <a:xfrm>
            <a:off x="1475778" y="2019325"/>
            <a:ext cx="1447165" cy="739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公司介</a:t>
            </a:r>
            <a:r>
              <a:rPr sz="2800" b="1" spc="-5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绍</a:t>
            </a:r>
            <a:endParaRPr sz="2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1755">
              <a:lnSpc>
                <a:spcPct val="100000"/>
              </a:lnSpc>
              <a:spcBef>
                <a:spcPts val="1065"/>
              </a:spcBef>
            </a:pPr>
            <a:r>
              <a:rPr sz="1000" spc="-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Company</a:t>
            </a:r>
            <a:r>
              <a:rPr sz="10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profile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>
            <p:custDataLst>
              <p:tags r:id="rId3"/>
            </p:custDataLst>
          </p:nvPr>
        </p:nvSpPr>
        <p:spPr>
          <a:xfrm>
            <a:off x="812406" y="2086444"/>
            <a:ext cx="498475" cy="593090"/>
          </a:xfrm>
          <a:custGeom>
            <a:avLst/>
            <a:gdLst/>
            <a:ahLst/>
            <a:cxnLst/>
            <a:rect l="l" t="t" r="r" b="b"/>
            <a:pathLst>
              <a:path w="498475" h="593089">
                <a:moveTo>
                  <a:pt x="249058" y="593051"/>
                </a:moveTo>
                <a:lnTo>
                  <a:pt x="31699" y="485940"/>
                </a:lnTo>
                <a:lnTo>
                  <a:pt x="2220" y="448655"/>
                </a:lnTo>
                <a:lnTo>
                  <a:pt x="0" y="432028"/>
                </a:lnTo>
                <a:lnTo>
                  <a:pt x="0" y="161023"/>
                </a:lnTo>
                <a:lnTo>
                  <a:pt x="18548" y="116632"/>
                </a:lnTo>
                <a:lnTo>
                  <a:pt x="223405" y="6362"/>
                </a:lnTo>
                <a:lnTo>
                  <a:pt x="249058" y="0"/>
                </a:lnTo>
                <a:lnTo>
                  <a:pt x="262144" y="1590"/>
                </a:lnTo>
                <a:lnTo>
                  <a:pt x="466407" y="107111"/>
                </a:lnTo>
                <a:lnTo>
                  <a:pt x="495886" y="144402"/>
                </a:lnTo>
                <a:lnTo>
                  <a:pt x="498106" y="161023"/>
                </a:lnTo>
                <a:lnTo>
                  <a:pt x="498106" y="432028"/>
                </a:lnTo>
                <a:lnTo>
                  <a:pt x="479557" y="476421"/>
                </a:lnTo>
                <a:lnTo>
                  <a:pt x="274701" y="586689"/>
                </a:lnTo>
                <a:lnTo>
                  <a:pt x="249058" y="593051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>
            <p:custDataLst>
              <p:tags r:id="rId4"/>
            </p:custDataLst>
          </p:nvPr>
        </p:nvSpPr>
        <p:spPr>
          <a:xfrm>
            <a:off x="892759" y="2168016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01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>
            <p:custDataLst>
              <p:tags r:id="rId5"/>
            </p:custDataLst>
          </p:nvPr>
        </p:nvSpPr>
        <p:spPr>
          <a:xfrm>
            <a:off x="3197186" y="3156585"/>
            <a:ext cx="1802764" cy="739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岗位与工</a:t>
            </a:r>
            <a:r>
              <a:rPr sz="2800" b="1" spc="-5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作</a:t>
            </a:r>
            <a:endParaRPr sz="2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71755">
              <a:lnSpc>
                <a:spcPct val="100000"/>
              </a:lnSpc>
              <a:spcBef>
                <a:spcPts val="1065"/>
              </a:spcBef>
            </a:pPr>
            <a:r>
              <a:rPr sz="1000" spc="-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Position and work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>
            <p:custDataLst>
              <p:tags r:id="rId6"/>
            </p:custDataLst>
          </p:nvPr>
        </p:nvSpPr>
        <p:spPr>
          <a:xfrm>
            <a:off x="2533815" y="3223704"/>
            <a:ext cx="498475" cy="593090"/>
          </a:xfrm>
          <a:custGeom>
            <a:avLst/>
            <a:gdLst/>
            <a:ahLst/>
            <a:cxnLst/>
            <a:rect l="l" t="t" r="r" b="b"/>
            <a:pathLst>
              <a:path w="498475" h="593089">
                <a:moveTo>
                  <a:pt x="249058" y="593051"/>
                </a:moveTo>
                <a:lnTo>
                  <a:pt x="31711" y="485940"/>
                </a:lnTo>
                <a:lnTo>
                  <a:pt x="2220" y="448649"/>
                </a:lnTo>
                <a:lnTo>
                  <a:pt x="0" y="432028"/>
                </a:lnTo>
                <a:lnTo>
                  <a:pt x="0" y="161010"/>
                </a:lnTo>
                <a:lnTo>
                  <a:pt x="18554" y="116630"/>
                </a:lnTo>
                <a:lnTo>
                  <a:pt x="223405" y="6362"/>
                </a:lnTo>
                <a:lnTo>
                  <a:pt x="249058" y="0"/>
                </a:lnTo>
                <a:lnTo>
                  <a:pt x="262144" y="1590"/>
                </a:lnTo>
                <a:lnTo>
                  <a:pt x="466407" y="107111"/>
                </a:lnTo>
                <a:lnTo>
                  <a:pt x="495886" y="144391"/>
                </a:lnTo>
                <a:lnTo>
                  <a:pt x="498106" y="161010"/>
                </a:lnTo>
                <a:lnTo>
                  <a:pt x="498106" y="432028"/>
                </a:lnTo>
                <a:lnTo>
                  <a:pt x="479557" y="476419"/>
                </a:lnTo>
                <a:lnTo>
                  <a:pt x="274700" y="586689"/>
                </a:lnTo>
                <a:lnTo>
                  <a:pt x="249058" y="593051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>
            <p:custDataLst>
              <p:tags r:id="rId7"/>
            </p:custDataLst>
          </p:nvPr>
        </p:nvSpPr>
        <p:spPr>
          <a:xfrm>
            <a:off x="2614167" y="3316846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02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>
            <p:custDataLst>
              <p:tags r:id="rId8"/>
            </p:custDataLst>
          </p:nvPr>
        </p:nvSpPr>
        <p:spPr>
          <a:xfrm>
            <a:off x="1475778" y="4293844"/>
            <a:ext cx="1989455" cy="739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环境与薪</a:t>
            </a:r>
            <a:r>
              <a:rPr sz="2800" b="1" spc="-5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酬</a:t>
            </a:r>
            <a:endParaRPr sz="2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6195">
              <a:lnSpc>
                <a:spcPct val="100000"/>
              </a:lnSpc>
              <a:spcBef>
                <a:spcPts val="1065"/>
              </a:spcBef>
            </a:pPr>
            <a:r>
              <a:rPr sz="1000" spc="-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Environment and</a:t>
            </a:r>
            <a:r>
              <a:rPr sz="1000" spc="-2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-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compensation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>
            <p:custDataLst>
              <p:tags r:id="rId9"/>
            </p:custDataLst>
          </p:nvPr>
        </p:nvSpPr>
        <p:spPr>
          <a:xfrm>
            <a:off x="812406" y="4360954"/>
            <a:ext cx="498475" cy="593090"/>
          </a:xfrm>
          <a:custGeom>
            <a:avLst/>
            <a:gdLst/>
            <a:ahLst/>
            <a:cxnLst/>
            <a:rect l="l" t="t" r="r" b="b"/>
            <a:pathLst>
              <a:path w="498475" h="593089">
                <a:moveTo>
                  <a:pt x="249058" y="593061"/>
                </a:moveTo>
                <a:lnTo>
                  <a:pt x="31699" y="485949"/>
                </a:lnTo>
                <a:lnTo>
                  <a:pt x="2220" y="448659"/>
                </a:lnTo>
                <a:lnTo>
                  <a:pt x="0" y="432038"/>
                </a:lnTo>
                <a:lnTo>
                  <a:pt x="0" y="161020"/>
                </a:lnTo>
                <a:lnTo>
                  <a:pt x="18548" y="116634"/>
                </a:lnTo>
                <a:lnTo>
                  <a:pt x="223405" y="6372"/>
                </a:lnTo>
                <a:lnTo>
                  <a:pt x="249058" y="0"/>
                </a:lnTo>
                <a:lnTo>
                  <a:pt x="262144" y="1593"/>
                </a:lnTo>
                <a:lnTo>
                  <a:pt x="466407" y="107108"/>
                </a:lnTo>
                <a:lnTo>
                  <a:pt x="495886" y="144400"/>
                </a:lnTo>
                <a:lnTo>
                  <a:pt x="498106" y="161020"/>
                </a:lnTo>
                <a:lnTo>
                  <a:pt x="498106" y="432038"/>
                </a:lnTo>
                <a:lnTo>
                  <a:pt x="479557" y="476429"/>
                </a:lnTo>
                <a:lnTo>
                  <a:pt x="274701" y="586698"/>
                </a:lnTo>
                <a:lnTo>
                  <a:pt x="249058" y="593061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>
            <p:custDataLst>
              <p:tags r:id="rId10"/>
            </p:custDataLst>
          </p:nvPr>
        </p:nvSpPr>
        <p:spPr>
          <a:xfrm>
            <a:off x="881189" y="444252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03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>
            <p:custDataLst>
              <p:tags r:id="rId11"/>
            </p:custDataLst>
          </p:nvPr>
        </p:nvSpPr>
        <p:spPr>
          <a:xfrm>
            <a:off x="3197186" y="5431104"/>
            <a:ext cx="1802764" cy="739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园区与规</a:t>
            </a:r>
            <a:r>
              <a:rPr sz="2800" b="1" spc="-5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范</a:t>
            </a:r>
            <a:endParaRPr sz="28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36195">
              <a:lnSpc>
                <a:spcPct val="100000"/>
              </a:lnSpc>
              <a:spcBef>
                <a:spcPts val="1065"/>
              </a:spcBef>
            </a:pPr>
            <a:r>
              <a:rPr sz="1000" spc="-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Campus and specifications</a:t>
            </a:r>
            <a:endParaRPr sz="1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>
            <p:custDataLst>
              <p:tags r:id="rId12"/>
            </p:custDataLst>
          </p:nvPr>
        </p:nvSpPr>
        <p:spPr>
          <a:xfrm>
            <a:off x="2533815" y="5498214"/>
            <a:ext cx="498475" cy="593090"/>
          </a:xfrm>
          <a:custGeom>
            <a:avLst/>
            <a:gdLst/>
            <a:ahLst/>
            <a:cxnLst/>
            <a:rect l="l" t="t" r="r" b="b"/>
            <a:pathLst>
              <a:path w="498475" h="593089">
                <a:moveTo>
                  <a:pt x="249058" y="593058"/>
                </a:moveTo>
                <a:lnTo>
                  <a:pt x="31711" y="485949"/>
                </a:lnTo>
                <a:lnTo>
                  <a:pt x="2220" y="448659"/>
                </a:lnTo>
                <a:lnTo>
                  <a:pt x="0" y="432038"/>
                </a:lnTo>
                <a:lnTo>
                  <a:pt x="0" y="161020"/>
                </a:lnTo>
                <a:lnTo>
                  <a:pt x="18554" y="116628"/>
                </a:lnTo>
                <a:lnTo>
                  <a:pt x="223405" y="6372"/>
                </a:lnTo>
                <a:lnTo>
                  <a:pt x="249058" y="0"/>
                </a:lnTo>
                <a:lnTo>
                  <a:pt x="262144" y="1593"/>
                </a:lnTo>
                <a:lnTo>
                  <a:pt x="466407" y="107108"/>
                </a:lnTo>
                <a:lnTo>
                  <a:pt x="495886" y="144399"/>
                </a:lnTo>
                <a:lnTo>
                  <a:pt x="498106" y="161020"/>
                </a:lnTo>
                <a:lnTo>
                  <a:pt x="498106" y="432038"/>
                </a:lnTo>
                <a:lnTo>
                  <a:pt x="479557" y="476429"/>
                </a:lnTo>
                <a:lnTo>
                  <a:pt x="274700" y="586686"/>
                </a:lnTo>
                <a:lnTo>
                  <a:pt x="249058" y="593058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>
            <p:custDataLst>
              <p:tags r:id="rId13"/>
            </p:custDataLst>
          </p:nvPr>
        </p:nvSpPr>
        <p:spPr>
          <a:xfrm>
            <a:off x="2614167" y="559136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04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642137" y="357504"/>
            <a:ext cx="15544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4D516B"/>
                </a:solidFill>
                <a:latin typeface="黑体" panose="02010609060101010101" charset="-122"/>
                <a:cs typeface="黑体" panose="02010609060101010101" charset="-122"/>
              </a:rPr>
              <a:t>目</a:t>
            </a:r>
            <a:r>
              <a:rPr sz="4800" b="0" spc="-60" dirty="0">
                <a:solidFill>
                  <a:srgbClr val="4D516B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4800" b="0" dirty="0">
                <a:solidFill>
                  <a:srgbClr val="4D516B"/>
                </a:solidFill>
                <a:latin typeface="黑体" panose="02010609060101010101" charset="-122"/>
                <a:cs typeface="黑体" panose="02010609060101010101" charset="-122"/>
              </a:rPr>
              <a:t>录</a:t>
            </a:r>
            <a:endParaRPr sz="4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11" y="2137689"/>
            <a:ext cx="3888740" cy="1694814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555"/>
              </a:spcBef>
            </a:pPr>
            <a:r>
              <a:rPr sz="3200" spc="-204" dirty="0"/>
              <a:t>COMPANY</a:t>
            </a:r>
            <a:r>
              <a:rPr sz="3200" spc="40" dirty="0"/>
              <a:t> </a:t>
            </a:r>
            <a:r>
              <a:rPr sz="3200" spc="65" dirty="0"/>
              <a:t>PROFIRE</a:t>
            </a:r>
            <a:endParaRPr sz="3200"/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6600" dirty="0">
                <a:solidFill>
                  <a:srgbClr val="4D516B"/>
                </a:solidFill>
              </a:rPr>
              <a:t>公司介绍</a:t>
            </a:r>
            <a:endParaRPr sz="6600"/>
          </a:p>
        </p:txBody>
      </p:sp>
      <p:sp>
        <p:nvSpPr>
          <p:cNvPr id="3" name="object 3"/>
          <p:cNvSpPr txBox="1"/>
          <p:nvPr/>
        </p:nvSpPr>
        <p:spPr>
          <a:xfrm>
            <a:off x="917676" y="3797401"/>
            <a:ext cx="4292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Company introduction is to the company,</a:t>
            </a:r>
            <a:r>
              <a:rPr sz="1200" spc="-9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the</a:t>
            </a:r>
            <a:r>
              <a:rPr sz="1200" spc="-1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introduction  of the enterprise. This kind of introduction is not a  sentence.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9380" y="4900231"/>
            <a:ext cx="715645" cy="38100"/>
          </a:xfrm>
          <a:custGeom>
            <a:avLst/>
            <a:gdLst/>
            <a:ahLst/>
            <a:cxnLst/>
            <a:rect l="l" t="t" r="r" b="b"/>
            <a:pathLst>
              <a:path w="715644" h="38100">
                <a:moveTo>
                  <a:pt x="715619" y="38100"/>
                </a:moveTo>
                <a:lnTo>
                  <a:pt x="0" y="38100"/>
                </a:lnTo>
                <a:lnTo>
                  <a:pt x="0" y="0"/>
                </a:lnTo>
                <a:lnTo>
                  <a:pt x="715619" y="0"/>
                </a:lnTo>
                <a:lnTo>
                  <a:pt x="715619" y="38100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69764" y="1304544"/>
            <a:ext cx="6962140" cy="4636135"/>
          </a:xfrm>
          <a:custGeom>
            <a:avLst/>
            <a:gdLst/>
            <a:ahLst/>
            <a:cxnLst/>
            <a:rect l="l" t="t" r="r" b="b"/>
            <a:pathLst>
              <a:path w="6962140" h="4636135">
                <a:moveTo>
                  <a:pt x="6961632" y="4636008"/>
                </a:moveTo>
                <a:lnTo>
                  <a:pt x="0" y="4636008"/>
                </a:lnTo>
                <a:lnTo>
                  <a:pt x="0" y="0"/>
                </a:lnTo>
                <a:lnTo>
                  <a:pt x="6961632" y="0"/>
                </a:lnTo>
                <a:lnTo>
                  <a:pt x="6961632" y="4636008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0667" y="3297770"/>
            <a:ext cx="4115435" cy="311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zh-CN"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杭州陆汇智能科技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是以</a:t>
            </a:r>
            <a:r>
              <a:rPr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视频为核心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的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智能物联网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解决方案和大</a:t>
            </a:r>
            <a:r>
              <a:rPr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数据服务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提供商，业务聚焦于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智能物联网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大数据服务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智慧业务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，构建开放合作生态，为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公共服务领域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用户、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企事业用户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中小企业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用户提供服务，致力于 构筑云边融合、物信融合、数智融合的智慧城市和数 字化企业。秉承“专业、厚实、诚信”的经营理念， 海康威视践行“成就客户、价值为本、诚信务实、追 求卓越”的核心价值观，不断创新，不断发展多维感 知、人工智能与大数据技术，为人类的安全和发展开 拓新视界</a:t>
            </a:r>
            <a:r>
              <a:rPr sz="14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0667" y="1434845"/>
            <a:ext cx="14528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15" dirty="0">
                <a:latin typeface="黑体" panose="02010609060101010101" charset="-122"/>
                <a:cs typeface="黑体" panose="02010609060101010101" charset="-122"/>
              </a:rPr>
              <a:t>企业简</a:t>
            </a:r>
            <a:r>
              <a:rPr sz="2800" b="0" spc="-5" dirty="0">
                <a:latin typeface="黑体" panose="02010609060101010101" charset="-122"/>
                <a:cs typeface="黑体" panose="02010609060101010101" charset="-122"/>
              </a:rPr>
              <a:t>介</a:t>
            </a:r>
            <a:endParaRPr sz="2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9764" y="1304544"/>
            <a:ext cx="6962140" cy="4636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4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4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4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4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Times New Roman" panose="02020603050405020304"/>
              <a:cs typeface="Times New Roman" panose="02020603050405020304"/>
            </a:endParaRPr>
          </a:p>
          <a:p>
            <a:pPr marR="234950" algn="r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2 0 2</a:t>
            </a:r>
            <a:r>
              <a:rPr sz="4400" spc="79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4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44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7" name="object 7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1652" y="402463"/>
              <a:ext cx="363524" cy="28143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公司介绍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rcRect l="6841" b="9185"/>
          <a:stretch>
            <a:fillRect/>
          </a:stretch>
        </p:blipFill>
        <p:spPr>
          <a:xfrm>
            <a:off x="5242560" y="1525905"/>
            <a:ext cx="6689090" cy="41929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64565" y="5154988"/>
            <a:ext cx="3109950" cy="4964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96300" y="5174780"/>
            <a:ext cx="104584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企业文</a:t>
            </a:r>
            <a:r>
              <a:rPr sz="2000" spc="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endParaRPr sz="20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9109" y="5022303"/>
            <a:ext cx="6121400" cy="117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sz="14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根据能力给予个人机会</a:t>
            </a:r>
            <a:r>
              <a:rPr sz="12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，根据可持续性贡献予以个人报酬向客户负责，向员工负责，向股东 负责，向社会负责。面向全球提供领先的监控产品、技术解决方案与专业优质服务，为客户 持续创造最大价值</a:t>
            </a:r>
            <a:r>
              <a:rPr sz="16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客户成功、我们成功，以人为本、共同成长， 鼓励创新、注重细节，关注过程、重视结果。</a:t>
            </a:r>
            <a:endParaRPr sz="1600" b="1" dirty="0">
              <a:solidFill>
                <a:srgbClr val="80808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2497" y="4887556"/>
            <a:ext cx="787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4D516B"/>
                </a:solidFill>
                <a:latin typeface="黑体" panose="02010609060101010101" charset="-122"/>
                <a:cs typeface="黑体" panose="02010609060101010101" charset="-122"/>
              </a:rPr>
              <a:t>”</a:t>
            </a:r>
            <a:endParaRPr sz="60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7" name="object 7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52" y="402463"/>
              <a:ext cx="363524" cy="28143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企业文化</a:t>
            </a:r>
            <a:endParaRPr sz="240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891" y="1118616"/>
            <a:ext cx="11120107" cy="3572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11" y="1997624"/>
            <a:ext cx="5054600" cy="17462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05"/>
              </a:spcBef>
            </a:pPr>
            <a:r>
              <a:rPr spc="-5" dirty="0"/>
              <a:t>POSITION</a:t>
            </a:r>
            <a:r>
              <a:rPr spc="-100" dirty="0"/>
              <a:t> </a:t>
            </a:r>
            <a:r>
              <a:rPr spc="-114" dirty="0"/>
              <a:t>WORK</a:t>
            </a:r>
            <a:endParaRPr spc="-114" dirty="0"/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6000" dirty="0">
                <a:solidFill>
                  <a:srgbClr val="4D516B"/>
                </a:solidFill>
              </a:rPr>
              <a:t>白领工作岗位</a:t>
            </a:r>
            <a:endParaRPr sz="6000" dirty="0">
              <a:solidFill>
                <a:srgbClr val="4D516B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676" y="3797401"/>
            <a:ext cx="421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Job Responsibility is a concrete job</a:t>
            </a:r>
            <a:r>
              <a:rPr sz="1200" spc="-9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description,</a:t>
            </a:r>
            <a:r>
              <a:rPr sz="1200" spc="-1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which  can be classified in different job</a:t>
            </a:r>
            <a:r>
              <a:rPr sz="1200" spc="-25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.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9380" y="4900231"/>
            <a:ext cx="715645" cy="38100"/>
          </a:xfrm>
          <a:custGeom>
            <a:avLst/>
            <a:gdLst/>
            <a:ahLst/>
            <a:cxnLst/>
            <a:rect l="l" t="t" r="r" b="b"/>
            <a:pathLst>
              <a:path w="715644" h="38100">
                <a:moveTo>
                  <a:pt x="715619" y="38100"/>
                </a:moveTo>
                <a:lnTo>
                  <a:pt x="0" y="38100"/>
                </a:lnTo>
                <a:lnTo>
                  <a:pt x="0" y="0"/>
                </a:lnTo>
                <a:lnTo>
                  <a:pt x="715619" y="0"/>
                </a:lnTo>
                <a:lnTo>
                  <a:pt x="715619" y="38100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84291" y="0"/>
            <a:ext cx="680770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1897" y="1508468"/>
            <a:ext cx="2540635" cy="459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600" b="1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车辆识</a:t>
            </a:r>
            <a:r>
              <a:rPr sz="1600" b="1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别</a:t>
            </a:r>
            <a:endParaRPr sz="1600" b="1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200" b="1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车辆属性可识别内容丰富，适用于</a:t>
            </a:r>
            <a:r>
              <a:rPr sz="1200" b="1" spc="5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多</a:t>
            </a:r>
            <a:endParaRPr sz="1200" b="1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50000"/>
              </a:lnSpc>
            </a:pPr>
            <a:r>
              <a:rPr sz="1200" b="1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种业务场景，权威信息安全管理认证，保 障用户隐私及信息安</a:t>
            </a:r>
            <a:r>
              <a:rPr sz="1200" b="1" spc="5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全</a:t>
            </a:r>
            <a:endParaRPr sz="1200" b="1" spc="10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10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10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pc="10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人体识</a:t>
            </a:r>
            <a:r>
              <a:rPr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别</a:t>
            </a:r>
            <a:endParaRPr>
              <a:latin typeface="黑体" panose="02010609060101010101" charset="-122"/>
              <a:cs typeface="黑体" panose="02010609060101010101" charset="-122"/>
            </a:endParaRPr>
          </a:p>
          <a:p>
            <a:pPr marL="12700" marR="5080" algn="just">
              <a:lnSpc>
                <a:spcPct val="150000"/>
              </a:lnSpc>
              <a:spcBef>
                <a:spcPts val="335"/>
              </a:spcBef>
            </a:pPr>
            <a:r>
              <a:rPr sz="1100" b="1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</a:rPr>
              <a:t>通过坐标要素提取，分析图片中人脸的客 观属性，如是否戴眼镜、可能的性别或年 龄</a:t>
            </a:r>
            <a:r>
              <a:rPr sz="1100" b="1" spc="5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</a:rPr>
              <a:t>等</a:t>
            </a:r>
            <a:endParaRPr sz="1100" b="1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>
              <a:latin typeface="微软雅黑" panose="020B0503020204020204" charset="-122"/>
              <a:cs typeface="微软雅黑" panose="020B0503020204020204" charset="-122"/>
            </a:endParaRPr>
          </a:p>
          <a:p>
            <a:pPr marL="158115">
              <a:lnSpc>
                <a:spcPct val="100000"/>
              </a:lnSpc>
            </a:pPr>
            <a:r>
              <a:rPr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文字识</a:t>
            </a:r>
            <a:r>
              <a:rPr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别</a:t>
            </a:r>
            <a:endParaRPr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50000"/>
              </a:lnSpc>
              <a:spcBef>
                <a:spcPts val="825"/>
              </a:spcBef>
            </a:pPr>
            <a:r>
              <a:rPr sz="1100" b="1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</a:rPr>
              <a:t>支持多场景、多语种的文字内容，根据识 别结果提取出文字内容及对应坐标信</a:t>
            </a:r>
            <a:r>
              <a:rPr sz="1100" b="1" spc="5" dirty="0">
                <a:solidFill>
                  <a:srgbClr val="878787"/>
                </a:solidFill>
                <a:latin typeface="微软雅黑" panose="020B0503020204020204" charset="-122"/>
                <a:cs typeface="微软雅黑" panose="020B0503020204020204" charset="-122"/>
              </a:rPr>
              <a:t>息</a:t>
            </a:r>
            <a:endParaRPr sz="1100" b="1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77839" y="3196297"/>
            <a:ext cx="613410" cy="210185"/>
          </a:xfrm>
          <a:custGeom>
            <a:avLst/>
            <a:gdLst/>
            <a:ahLst/>
            <a:cxnLst/>
            <a:rect l="l" t="t" r="r" b="b"/>
            <a:pathLst>
              <a:path w="613409" h="210185">
                <a:moveTo>
                  <a:pt x="537915" y="37187"/>
                </a:moveTo>
                <a:lnTo>
                  <a:pt x="566085" y="686"/>
                </a:lnTo>
                <a:lnTo>
                  <a:pt x="581196" y="0"/>
                </a:lnTo>
                <a:lnTo>
                  <a:pt x="594925" y="4985"/>
                </a:lnTo>
                <a:lnTo>
                  <a:pt x="605784" y="14752"/>
                </a:lnTo>
                <a:lnTo>
                  <a:pt x="612287" y="28410"/>
                </a:lnTo>
                <a:lnTo>
                  <a:pt x="573019" y="28410"/>
                </a:lnTo>
                <a:lnTo>
                  <a:pt x="537915" y="37187"/>
                </a:lnTo>
                <a:close/>
              </a:path>
              <a:path w="613409" h="210185">
                <a:moveTo>
                  <a:pt x="542533" y="55664"/>
                </a:moveTo>
                <a:lnTo>
                  <a:pt x="538360" y="46889"/>
                </a:lnTo>
                <a:lnTo>
                  <a:pt x="537915" y="37187"/>
                </a:lnTo>
                <a:lnTo>
                  <a:pt x="573019" y="28410"/>
                </a:lnTo>
                <a:lnTo>
                  <a:pt x="577629" y="46889"/>
                </a:lnTo>
                <a:lnTo>
                  <a:pt x="542533" y="55664"/>
                </a:lnTo>
                <a:close/>
              </a:path>
              <a:path w="613409" h="210185">
                <a:moveTo>
                  <a:pt x="569452" y="75307"/>
                </a:moveTo>
                <a:lnTo>
                  <a:pt x="555723" y="70325"/>
                </a:lnTo>
                <a:lnTo>
                  <a:pt x="544863" y="60559"/>
                </a:lnTo>
                <a:lnTo>
                  <a:pt x="542533" y="55664"/>
                </a:lnTo>
                <a:lnTo>
                  <a:pt x="577629" y="46889"/>
                </a:lnTo>
                <a:lnTo>
                  <a:pt x="573019" y="28410"/>
                </a:lnTo>
                <a:lnTo>
                  <a:pt x="612287" y="28410"/>
                </a:lnTo>
                <a:lnTo>
                  <a:pt x="612979" y="43527"/>
                </a:lnTo>
                <a:lnTo>
                  <a:pt x="607993" y="57255"/>
                </a:lnTo>
                <a:lnTo>
                  <a:pt x="598223" y="68112"/>
                </a:lnTo>
                <a:lnTo>
                  <a:pt x="584563" y="74613"/>
                </a:lnTo>
                <a:lnTo>
                  <a:pt x="569452" y="75307"/>
                </a:lnTo>
                <a:close/>
              </a:path>
              <a:path w="613409" h="210185">
                <a:moveTo>
                  <a:pt x="75066" y="172553"/>
                </a:moveTo>
                <a:lnTo>
                  <a:pt x="74620" y="162840"/>
                </a:lnTo>
                <a:lnTo>
                  <a:pt x="70443" y="154066"/>
                </a:lnTo>
                <a:lnTo>
                  <a:pt x="537915" y="37187"/>
                </a:lnTo>
                <a:lnTo>
                  <a:pt x="538360" y="46901"/>
                </a:lnTo>
                <a:lnTo>
                  <a:pt x="542533" y="55664"/>
                </a:lnTo>
                <a:lnTo>
                  <a:pt x="75066" y="172553"/>
                </a:lnTo>
                <a:close/>
              </a:path>
              <a:path w="613409" h="210185">
                <a:moveTo>
                  <a:pt x="31785" y="209736"/>
                </a:moveTo>
                <a:lnTo>
                  <a:pt x="18056" y="204754"/>
                </a:lnTo>
                <a:lnTo>
                  <a:pt x="7196" y="194989"/>
                </a:lnTo>
                <a:lnTo>
                  <a:pt x="693" y="181331"/>
                </a:lnTo>
                <a:lnTo>
                  <a:pt x="0" y="166214"/>
                </a:lnTo>
                <a:lnTo>
                  <a:pt x="4983" y="152486"/>
                </a:lnTo>
                <a:lnTo>
                  <a:pt x="14752" y="141630"/>
                </a:lnTo>
                <a:lnTo>
                  <a:pt x="28417" y="135128"/>
                </a:lnTo>
                <a:lnTo>
                  <a:pt x="43529" y="134434"/>
                </a:lnTo>
                <a:lnTo>
                  <a:pt x="57257" y="139416"/>
                </a:lnTo>
                <a:lnTo>
                  <a:pt x="68117" y="149182"/>
                </a:lnTo>
                <a:lnTo>
                  <a:pt x="70443" y="154066"/>
                </a:lnTo>
                <a:lnTo>
                  <a:pt x="35352" y="162840"/>
                </a:lnTo>
                <a:lnTo>
                  <a:pt x="39962" y="181331"/>
                </a:lnTo>
                <a:lnTo>
                  <a:pt x="74090" y="181331"/>
                </a:lnTo>
                <a:lnTo>
                  <a:pt x="70331" y="191689"/>
                </a:lnTo>
                <a:lnTo>
                  <a:pt x="60561" y="202546"/>
                </a:lnTo>
                <a:lnTo>
                  <a:pt x="46896" y="209042"/>
                </a:lnTo>
                <a:lnTo>
                  <a:pt x="31785" y="209736"/>
                </a:lnTo>
                <a:close/>
              </a:path>
              <a:path w="613409" h="210185">
                <a:moveTo>
                  <a:pt x="39962" y="181331"/>
                </a:moveTo>
                <a:lnTo>
                  <a:pt x="35352" y="162840"/>
                </a:lnTo>
                <a:lnTo>
                  <a:pt x="70443" y="154066"/>
                </a:lnTo>
                <a:lnTo>
                  <a:pt x="74620" y="162840"/>
                </a:lnTo>
                <a:lnTo>
                  <a:pt x="75066" y="172553"/>
                </a:lnTo>
                <a:lnTo>
                  <a:pt x="39962" y="181331"/>
                </a:lnTo>
                <a:close/>
              </a:path>
              <a:path w="613409" h="210185">
                <a:moveTo>
                  <a:pt x="74090" y="181331"/>
                </a:moveTo>
                <a:lnTo>
                  <a:pt x="39962" y="181331"/>
                </a:lnTo>
                <a:lnTo>
                  <a:pt x="75066" y="172553"/>
                </a:lnTo>
                <a:lnTo>
                  <a:pt x="75314" y="177958"/>
                </a:lnTo>
                <a:lnTo>
                  <a:pt x="74090" y="181331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177784" y="1917718"/>
            <a:ext cx="481965" cy="747395"/>
          </a:xfrm>
          <a:custGeom>
            <a:avLst/>
            <a:gdLst/>
            <a:ahLst/>
            <a:cxnLst/>
            <a:rect l="l" t="t" r="r" b="b"/>
            <a:pathLst>
              <a:path w="481965" h="747394">
                <a:moveTo>
                  <a:pt x="417187" y="63733"/>
                </a:moveTo>
                <a:lnTo>
                  <a:pt x="413204" y="60071"/>
                </a:lnTo>
                <a:lnTo>
                  <a:pt x="407070" y="46813"/>
                </a:lnTo>
                <a:lnTo>
                  <a:pt x="406354" y="32225"/>
                </a:lnTo>
                <a:lnTo>
                  <a:pt x="411466" y="17989"/>
                </a:lnTo>
                <a:lnTo>
                  <a:pt x="421708" y="6849"/>
                </a:lnTo>
                <a:lnTo>
                  <a:pt x="434966" y="716"/>
                </a:lnTo>
                <a:lnTo>
                  <a:pt x="449555" y="0"/>
                </a:lnTo>
                <a:lnTo>
                  <a:pt x="463790" y="5111"/>
                </a:lnTo>
                <a:lnTo>
                  <a:pt x="474930" y="15353"/>
                </a:lnTo>
                <a:lnTo>
                  <a:pt x="481064" y="28611"/>
                </a:lnTo>
                <a:lnTo>
                  <a:pt x="481269" y="32785"/>
                </a:lnTo>
                <a:lnTo>
                  <a:pt x="435914" y="32785"/>
                </a:lnTo>
                <a:lnTo>
                  <a:pt x="417187" y="63733"/>
                </a:lnTo>
                <a:close/>
              </a:path>
              <a:path w="481965" h="747394">
                <a:moveTo>
                  <a:pt x="433488" y="73597"/>
                </a:moveTo>
                <a:lnTo>
                  <a:pt x="424344" y="70313"/>
                </a:lnTo>
                <a:lnTo>
                  <a:pt x="417187" y="63733"/>
                </a:lnTo>
                <a:lnTo>
                  <a:pt x="435914" y="32785"/>
                </a:lnTo>
                <a:lnTo>
                  <a:pt x="452221" y="42640"/>
                </a:lnTo>
                <a:lnTo>
                  <a:pt x="433488" y="73597"/>
                </a:lnTo>
                <a:close/>
              </a:path>
              <a:path w="481965" h="747394">
                <a:moveTo>
                  <a:pt x="438579" y="75425"/>
                </a:moveTo>
                <a:lnTo>
                  <a:pt x="433488" y="73597"/>
                </a:lnTo>
                <a:lnTo>
                  <a:pt x="452221" y="42640"/>
                </a:lnTo>
                <a:lnTo>
                  <a:pt x="435914" y="32785"/>
                </a:lnTo>
                <a:lnTo>
                  <a:pt x="481269" y="32785"/>
                </a:lnTo>
                <a:lnTo>
                  <a:pt x="481780" y="43200"/>
                </a:lnTo>
                <a:lnTo>
                  <a:pt x="476668" y="57435"/>
                </a:lnTo>
                <a:lnTo>
                  <a:pt x="466426" y="68576"/>
                </a:lnTo>
                <a:lnTo>
                  <a:pt x="453168" y="74709"/>
                </a:lnTo>
                <a:lnTo>
                  <a:pt x="438579" y="75425"/>
                </a:lnTo>
                <a:close/>
              </a:path>
              <a:path w="481965" h="747394">
                <a:moveTo>
                  <a:pt x="64589" y="683236"/>
                </a:moveTo>
                <a:lnTo>
                  <a:pt x="57441" y="676662"/>
                </a:lnTo>
                <a:lnTo>
                  <a:pt x="48297" y="673376"/>
                </a:lnTo>
                <a:lnTo>
                  <a:pt x="417187" y="63733"/>
                </a:lnTo>
                <a:lnTo>
                  <a:pt x="424344" y="70313"/>
                </a:lnTo>
                <a:lnTo>
                  <a:pt x="433488" y="73597"/>
                </a:lnTo>
                <a:lnTo>
                  <a:pt x="64589" y="683236"/>
                </a:lnTo>
                <a:close/>
              </a:path>
              <a:path w="481965" h="747394">
                <a:moveTo>
                  <a:pt x="32223" y="746969"/>
                </a:moveTo>
                <a:lnTo>
                  <a:pt x="17982" y="741851"/>
                </a:lnTo>
                <a:lnTo>
                  <a:pt x="6848" y="731617"/>
                </a:lnTo>
                <a:lnTo>
                  <a:pt x="715" y="718362"/>
                </a:lnTo>
                <a:lnTo>
                  <a:pt x="0" y="703775"/>
                </a:lnTo>
                <a:lnTo>
                  <a:pt x="5117" y="689540"/>
                </a:lnTo>
                <a:lnTo>
                  <a:pt x="15357" y="678398"/>
                </a:lnTo>
                <a:lnTo>
                  <a:pt x="28612" y="672261"/>
                </a:lnTo>
                <a:lnTo>
                  <a:pt x="43200" y="671545"/>
                </a:lnTo>
                <a:lnTo>
                  <a:pt x="48297" y="673376"/>
                </a:lnTo>
                <a:lnTo>
                  <a:pt x="29565" y="704335"/>
                </a:lnTo>
                <a:lnTo>
                  <a:pt x="45859" y="714191"/>
                </a:lnTo>
                <a:lnTo>
                  <a:pt x="75396" y="714191"/>
                </a:lnTo>
                <a:lnTo>
                  <a:pt x="75424" y="714745"/>
                </a:lnTo>
                <a:lnTo>
                  <a:pt x="70306" y="728986"/>
                </a:lnTo>
                <a:lnTo>
                  <a:pt x="60066" y="740121"/>
                </a:lnTo>
                <a:lnTo>
                  <a:pt x="46811" y="746253"/>
                </a:lnTo>
                <a:lnTo>
                  <a:pt x="32223" y="746969"/>
                </a:lnTo>
                <a:close/>
              </a:path>
              <a:path w="481965" h="747394">
                <a:moveTo>
                  <a:pt x="45859" y="714191"/>
                </a:moveTo>
                <a:lnTo>
                  <a:pt x="29565" y="704335"/>
                </a:lnTo>
                <a:lnTo>
                  <a:pt x="48297" y="673376"/>
                </a:lnTo>
                <a:lnTo>
                  <a:pt x="57441" y="676662"/>
                </a:lnTo>
                <a:lnTo>
                  <a:pt x="64589" y="683236"/>
                </a:lnTo>
                <a:lnTo>
                  <a:pt x="45859" y="714191"/>
                </a:lnTo>
                <a:close/>
              </a:path>
              <a:path w="481965" h="747394">
                <a:moveTo>
                  <a:pt x="75396" y="714191"/>
                </a:moveTo>
                <a:lnTo>
                  <a:pt x="45859" y="714191"/>
                </a:lnTo>
                <a:lnTo>
                  <a:pt x="64589" y="683236"/>
                </a:lnTo>
                <a:lnTo>
                  <a:pt x="68576" y="686902"/>
                </a:lnTo>
                <a:lnTo>
                  <a:pt x="74708" y="700157"/>
                </a:lnTo>
                <a:lnTo>
                  <a:pt x="75396" y="714191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99942" y="4323105"/>
            <a:ext cx="591820" cy="609600"/>
          </a:xfrm>
          <a:custGeom>
            <a:avLst/>
            <a:gdLst/>
            <a:ahLst/>
            <a:cxnLst/>
            <a:rect l="l" t="t" r="r" b="b"/>
            <a:pathLst>
              <a:path w="591820" h="609600">
                <a:moveTo>
                  <a:pt x="37447" y="76190"/>
                </a:moveTo>
                <a:lnTo>
                  <a:pt x="23159" y="73159"/>
                </a:lnTo>
                <a:lnTo>
                  <a:pt x="10696" y="64579"/>
                </a:lnTo>
                <a:lnTo>
                  <a:pt x="2545" y="51830"/>
                </a:lnTo>
                <a:lnTo>
                  <a:pt x="0" y="37447"/>
                </a:lnTo>
                <a:lnTo>
                  <a:pt x="3031" y="23161"/>
                </a:lnTo>
                <a:lnTo>
                  <a:pt x="11610" y="10706"/>
                </a:lnTo>
                <a:lnTo>
                  <a:pt x="24359" y="2547"/>
                </a:lnTo>
                <a:lnTo>
                  <a:pt x="38742" y="0"/>
                </a:lnTo>
                <a:lnTo>
                  <a:pt x="53028" y="3033"/>
                </a:lnTo>
                <a:lnTo>
                  <a:pt x="65484" y="11620"/>
                </a:lnTo>
                <a:lnTo>
                  <a:pt x="73640" y="24361"/>
                </a:lnTo>
                <a:lnTo>
                  <a:pt x="74898" y="31470"/>
                </a:lnTo>
                <a:lnTo>
                  <a:pt x="44935" y="31470"/>
                </a:lnTo>
                <a:lnTo>
                  <a:pt x="31245" y="44716"/>
                </a:lnTo>
                <a:lnTo>
                  <a:pt x="56386" y="70728"/>
                </a:lnTo>
                <a:lnTo>
                  <a:pt x="51828" y="73644"/>
                </a:lnTo>
                <a:lnTo>
                  <a:pt x="37447" y="76190"/>
                </a:lnTo>
                <a:close/>
              </a:path>
              <a:path w="591820" h="609600">
                <a:moveTo>
                  <a:pt x="56386" y="70728"/>
                </a:moveTo>
                <a:lnTo>
                  <a:pt x="31245" y="44716"/>
                </a:lnTo>
                <a:lnTo>
                  <a:pt x="44935" y="31470"/>
                </a:lnTo>
                <a:lnTo>
                  <a:pt x="70082" y="57487"/>
                </a:lnTo>
                <a:lnTo>
                  <a:pt x="64569" y="65493"/>
                </a:lnTo>
                <a:lnTo>
                  <a:pt x="56386" y="70728"/>
                </a:lnTo>
                <a:close/>
              </a:path>
              <a:path w="591820" h="609600">
                <a:moveTo>
                  <a:pt x="70082" y="57487"/>
                </a:moveTo>
                <a:lnTo>
                  <a:pt x="44935" y="31470"/>
                </a:lnTo>
                <a:lnTo>
                  <a:pt x="74898" y="31470"/>
                </a:lnTo>
                <a:lnTo>
                  <a:pt x="76185" y="38742"/>
                </a:lnTo>
                <a:lnTo>
                  <a:pt x="73151" y="53031"/>
                </a:lnTo>
                <a:lnTo>
                  <a:pt x="70082" y="57487"/>
                </a:lnTo>
                <a:close/>
              </a:path>
              <a:path w="591820" h="609600">
                <a:moveTo>
                  <a:pt x="521228" y="551660"/>
                </a:moveTo>
                <a:lnTo>
                  <a:pt x="56386" y="70728"/>
                </a:lnTo>
                <a:lnTo>
                  <a:pt x="64569" y="65493"/>
                </a:lnTo>
                <a:lnTo>
                  <a:pt x="70082" y="57487"/>
                </a:lnTo>
                <a:lnTo>
                  <a:pt x="534931" y="538414"/>
                </a:lnTo>
                <a:lnTo>
                  <a:pt x="526748" y="543648"/>
                </a:lnTo>
                <a:lnTo>
                  <a:pt x="521228" y="551660"/>
                </a:lnTo>
                <a:close/>
              </a:path>
              <a:path w="591820" h="609600">
                <a:moveTo>
                  <a:pt x="590046" y="577672"/>
                </a:moveTo>
                <a:lnTo>
                  <a:pt x="546369" y="577672"/>
                </a:lnTo>
                <a:lnTo>
                  <a:pt x="560073" y="564426"/>
                </a:lnTo>
                <a:lnTo>
                  <a:pt x="534931" y="538414"/>
                </a:lnTo>
                <a:lnTo>
                  <a:pt x="539489" y="535497"/>
                </a:lnTo>
                <a:lnTo>
                  <a:pt x="553870" y="532952"/>
                </a:lnTo>
                <a:lnTo>
                  <a:pt x="568158" y="535983"/>
                </a:lnTo>
                <a:lnTo>
                  <a:pt x="580621" y="544563"/>
                </a:lnTo>
                <a:lnTo>
                  <a:pt x="588772" y="557311"/>
                </a:lnTo>
                <a:lnTo>
                  <a:pt x="591316" y="571695"/>
                </a:lnTo>
                <a:lnTo>
                  <a:pt x="590046" y="577672"/>
                </a:lnTo>
                <a:close/>
              </a:path>
              <a:path w="591820" h="609600">
                <a:moveTo>
                  <a:pt x="546369" y="577672"/>
                </a:moveTo>
                <a:lnTo>
                  <a:pt x="521228" y="551660"/>
                </a:lnTo>
                <a:lnTo>
                  <a:pt x="526748" y="543648"/>
                </a:lnTo>
                <a:lnTo>
                  <a:pt x="534931" y="538414"/>
                </a:lnTo>
                <a:lnTo>
                  <a:pt x="560073" y="564426"/>
                </a:lnTo>
                <a:lnTo>
                  <a:pt x="546369" y="577672"/>
                </a:lnTo>
                <a:close/>
              </a:path>
              <a:path w="591820" h="609600">
                <a:moveTo>
                  <a:pt x="552572" y="609142"/>
                </a:moveTo>
                <a:lnTo>
                  <a:pt x="538284" y="606109"/>
                </a:lnTo>
                <a:lnTo>
                  <a:pt x="525821" y="597522"/>
                </a:lnTo>
                <a:lnTo>
                  <a:pt x="517670" y="584780"/>
                </a:lnTo>
                <a:lnTo>
                  <a:pt x="515126" y="570399"/>
                </a:lnTo>
                <a:lnTo>
                  <a:pt x="518161" y="556111"/>
                </a:lnTo>
                <a:lnTo>
                  <a:pt x="521228" y="551660"/>
                </a:lnTo>
                <a:lnTo>
                  <a:pt x="546369" y="577672"/>
                </a:lnTo>
                <a:lnTo>
                  <a:pt x="590046" y="577672"/>
                </a:lnTo>
                <a:lnTo>
                  <a:pt x="588281" y="585980"/>
                </a:lnTo>
                <a:lnTo>
                  <a:pt x="579694" y="598436"/>
                </a:lnTo>
                <a:lnTo>
                  <a:pt x="566953" y="606594"/>
                </a:lnTo>
                <a:lnTo>
                  <a:pt x="552572" y="609142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7" name="object 7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1652" y="402399"/>
              <a:ext cx="367131" cy="28149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主要业务</a:t>
            </a:r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1281849" y="5525020"/>
            <a:ext cx="18040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观看视频更清晰的了</a:t>
            </a:r>
            <a:r>
              <a:rPr sz="1400" spc="5" dirty="0">
                <a:latin typeface="黑体" panose="02010609060101010101" charset="-122"/>
                <a:cs typeface="黑体" panose="02010609060101010101" charset="-122"/>
              </a:rPr>
              <a:t>解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1066800" y="1752600"/>
            <a:ext cx="5758815" cy="40697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652" y="402399"/>
            <a:ext cx="367131" cy="2814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972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车辆</a:t>
            </a:r>
            <a:r>
              <a:rPr sz="2400" spc="-135" dirty="0">
                <a:solidFill>
                  <a:srgbClr val="404040"/>
                </a:solidFill>
              </a:rPr>
              <a:t>/</a:t>
            </a:r>
            <a:r>
              <a:rPr sz="2400" dirty="0">
                <a:solidFill>
                  <a:srgbClr val="404040"/>
                </a:solidFill>
              </a:rPr>
              <a:t>车牌识别</a:t>
            </a:r>
            <a:endParaRPr sz="2400"/>
          </a:p>
        </p:txBody>
      </p:sp>
      <p:pic>
        <p:nvPicPr>
          <p:cNvPr id="6" name="图片 5" descr="7b15d63bd32d3075fb79456763db7fc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75" y="876935"/>
            <a:ext cx="9236710" cy="5761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652" y="402399"/>
            <a:ext cx="367131" cy="2814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人体识别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8123" y="1676526"/>
            <a:ext cx="2535936" cy="38303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4697" y="1676273"/>
            <a:ext cx="2532888" cy="36828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652" y="402399"/>
            <a:ext cx="367131" cy="2814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文字识别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0" y="2438273"/>
            <a:ext cx="2714244" cy="25888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1938" y="2514473"/>
            <a:ext cx="2593848" cy="23869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9726" y="2510663"/>
            <a:ext cx="2627376" cy="24438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11" y="1997624"/>
            <a:ext cx="4216400" cy="17462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05"/>
              </a:spcBef>
            </a:pPr>
            <a:r>
              <a:rPr spc="-100" dirty="0"/>
              <a:t>ENVIRONMENT</a:t>
            </a:r>
            <a:endParaRPr spc="-100" dirty="0"/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6000" dirty="0">
                <a:solidFill>
                  <a:srgbClr val="4D516B"/>
                </a:solidFill>
              </a:rPr>
              <a:t>环境与薪酬</a:t>
            </a:r>
            <a:endParaRPr sz="6000" dirty="0">
              <a:solidFill>
                <a:srgbClr val="4D516B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0010" y="3792601"/>
            <a:ext cx="387350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Environmental Science is a study of</a:t>
            </a:r>
            <a:r>
              <a:rPr sz="1200" spc="-35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the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  <a:p>
            <a:pPr marL="12700" marR="5080">
              <a:lnSpc>
                <a:spcPct val="165000"/>
              </a:lnSpc>
              <a:spcBef>
                <a:spcPts val="650"/>
              </a:spcBef>
            </a:pP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geographyplate, physics, chemistry, and</a:t>
            </a:r>
            <a:r>
              <a:rPr sz="1200" spc="-385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biology</a:t>
            </a:r>
            <a:r>
              <a:rPr sz="1200" spc="-15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of  the</a:t>
            </a:r>
            <a:r>
              <a:rPr sz="1200" spc="-5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environment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9380" y="4900231"/>
            <a:ext cx="715645" cy="38100"/>
          </a:xfrm>
          <a:custGeom>
            <a:avLst/>
            <a:gdLst/>
            <a:ahLst/>
            <a:cxnLst/>
            <a:rect l="l" t="t" r="r" b="b"/>
            <a:pathLst>
              <a:path w="715644" h="38100">
                <a:moveTo>
                  <a:pt x="715619" y="38100"/>
                </a:moveTo>
                <a:lnTo>
                  <a:pt x="0" y="38100"/>
                </a:lnTo>
                <a:lnTo>
                  <a:pt x="0" y="0"/>
                </a:lnTo>
                <a:lnTo>
                  <a:pt x="715619" y="0"/>
                </a:lnTo>
                <a:lnTo>
                  <a:pt x="715619" y="38100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3" name="图片 102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46320" y="1143000"/>
            <a:ext cx="7345680" cy="4464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5900927"/>
            <a:ext cx="849510" cy="9570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9883" y="1806079"/>
            <a:ext cx="5765800" cy="32969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749300" indent="-711835">
              <a:lnSpc>
                <a:spcPct val="100000"/>
              </a:lnSpc>
              <a:spcBef>
                <a:spcPts val="805"/>
              </a:spcBef>
              <a:buClr>
                <a:srgbClr val="E4CD9A"/>
              </a:buClr>
              <a:buSzPct val="234000"/>
              <a:buAutoNum type="arabicPeriod"/>
              <a:tabLst>
                <a:tab pos="749935" algn="l"/>
              </a:tabLst>
            </a:pPr>
            <a:r>
              <a:rPr sz="1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就职要</a:t>
            </a:r>
            <a:r>
              <a:rPr sz="1600" spc="-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求</a:t>
            </a:r>
            <a:endParaRPr sz="1600">
              <a:latin typeface="黑体" panose="02010609060101010101" charset="-122"/>
              <a:cs typeface="黑体" panose="02010609060101010101" charset="-122"/>
            </a:endParaRPr>
          </a:p>
          <a:p>
            <a:pPr marL="749300">
              <a:lnSpc>
                <a:spcPct val="100000"/>
              </a:lnSpc>
              <a:spcBef>
                <a:spcPts val="285"/>
              </a:spcBef>
            </a:pP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全日制大专以上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6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18</a:t>
            </a:r>
            <a:r>
              <a:rPr sz="16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岁</a:t>
            </a:r>
            <a:r>
              <a:rPr sz="1600" spc="-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-25</a:t>
            </a:r>
            <a:r>
              <a:rPr sz="16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岁</a:t>
            </a:r>
            <a:r>
              <a:rPr sz="1600" spc="-5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49300" marR="30480">
              <a:lnSpc>
                <a:spcPct val="100000"/>
              </a:lnSpc>
            </a:pP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大数据技术/信息处理控制/计算机网络应用/物联网/通信/人工智能/软件工程/</a:t>
            </a:r>
            <a:endParaRPr sz="16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49300" marR="30480">
              <a:lnSpc>
                <a:spcPct val="100000"/>
              </a:lnSpc>
            </a:pP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电子商务/财贸会计类专业/</a:t>
            </a:r>
            <a:endParaRPr sz="16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49300" marR="30480">
              <a:lnSpc>
                <a:spcPct val="100000"/>
              </a:lnSpc>
            </a:pPr>
            <a:r>
              <a:rPr sz="1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上班时</a:t>
            </a:r>
            <a:r>
              <a:rPr sz="1600" spc="-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间</a:t>
            </a:r>
            <a:endParaRPr sz="1600">
              <a:latin typeface="黑体" panose="02010609060101010101" charset="-122"/>
              <a:cs typeface="黑体" panose="02010609060101010101" charset="-122"/>
            </a:endParaRPr>
          </a:p>
          <a:p>
            <a:pPr marL="800735">
              <a:lnSpc>
                <a:spcPts val="2095"/>
              </a:lnSpc>
            </a:pP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8</a:t>
            </a:r>
            <a:r>
              <a:rPr sz="18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30-17</a:t>
            </a:r>
            <a:r>
              <a:rPr sz="18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30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正常班</a:t>
            </a:r>
            <a:r>
              <a:rPr sz="1800" spc="-5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12:</a:t>
            </a:r>
            <a:r>
              <a:rPr sz="18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00-13:</a:t>
            </a:r>
            <a:r>
              <a:rPr sz="18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00</a:t>
            </a:r>
            <a:r>
              <a:rPr sz="18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中午吃饭时间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4930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18</a:t>
            </a:r>
            <a:r>
              <a:rPr sz="18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30-20</a:t>
            </a:r>
            <a:r>
              <a:rPr sz="1800" spc="-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30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自由自愿加班</a:t>
            </a:r>
            <a:r>
              <a:rPr sz="1800" spc="-5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1.5</a:t>
            </a:r>
            <a:r>
              <a:rPr sz="18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倍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工资）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49300">
              <a:lnSpc>
                <a:spcPts val="495"/>
              </a:lnSpc>
              <a:spcBef>
                <a:spcPts val="50"/>
              </a:spcBef>
            </a:pPr>
            <a:endParaRPr sz="1000">
              <a:latin typeface="黑体" panose="02010609060101010101" charset="-122"/>
              <a:cs typeface="黑体" panose="02010609060101010101" charset="-122"/>
            </a:endParaRPr>
          </a:p>
          <a:p>
            <a:pPr marL="749300" indent="-711835">
              <a:lnSpc>
                <a:spcPts val="3795"/>
              </a:lnSpc>
              <a:buClr>
                <a:srgbClr val="E4CD9A"/>
              </a:buClr>
              <a:buSzPct val="234000"/>
              <a:buAutoNum type="arabicPeriod" startAt="3"/>
              <a:tabLst>
                <a:tab pos="749935" algn="l"/>
              </a:tabLst>
            </a:pPr>
            <a:r>
              <a:rPr sz="1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工作内</a:t>
            </a:r>
            <a:r>
              <a:rPr sz="1600" spc="-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容</a:t>
            </a:r>
            <a:endParaRPr sz="1600">
              <a:latin typeface="黑体" panose="02010609060101010101" charset="-122"/>
              <a:cs typeface="黑体" panose="02010609060101010101" charset="-122"/>
            </a:endParaRPr>
          </a:p>
          <a:p>
            <a:pPr marL="749300" marR="208280">
              <a:lnSpc>
                <a:spcPct val="100000"/>
              </a:lnSpc>
              <a:spcBef>
                <a:spcPts val="195"/>
              </a:spcBef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通过软件技术把图片中行人、车辆、路标、信号 灯标记出来</a:t>
            </a:r>
            <a:r>
              <a:rPr sz="1800" dirty="0">
                <a:latin typeface="Calibri" panose="020F0502020204030204"/>
                <a:cs typeface="Calibri" panose="020F0502020204030204"/>
              </a:rPr>
              <a:t>,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其他相关技术等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5" name="object 5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52" y="402450"/>
              <a:ext cx="365353" cy="28149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岗位介绍</a:t>
            </a:r>
            <a:endParaRPr sz="24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4095" y="0"/>
            <a:ext cx="5327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03960" y="1772221"/>
            <a:ext cx="8542705" cy="19360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71600" y="1997075"/>
            <a:ext cx="1522095" cy="131762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marR="5080" indent="1905" algn="ctr">
              <a:lnSpc>
                <a:spcPct val="124000"/>
              </a:lnSpc>
              <a:spcBef>
                <a:spcPts val="95"/>
              </a:spcBef>
            </a:pPr>
            <a:r>
              <a:rPr lang="zh-CN" sz="3350" spc="-14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endParaRPr sz="3350" spc="-145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 marR="5080" indent="1905" algn="ctr">
              <a:lnSpc>
                <a:spcPct val="124000"/>
              </a:lnSpc>
              <a:spcBef>
                <a:spcPts val="95"/>
              </a:spcBef>
            </a:pPr>
            <a:r>
              <a:rPr lang="en-US" sz="3350" spc="-83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2 4 3 0</a:t>
            </a:r>
            <a:endParaRPr lang="en-US" sz="3350" spc="-835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6800" y="2039620"/>
            <a:ext cx="1151890" cy="1303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790" algn="ctr">
              <a:lnSpc>
                <a:spcPct val="133000"/>
              </a:lnSpc>
              <a:spcBef>
                <a:spcPts val="100"/>
              </a:spcBef>
            </a:pPr>
            <a:r>
              <a:rPr sz="3150" spc="-109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加</a:t>
            </a:r>
            <a:r>
              <a:rPr sz="3150" spc="-1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班</a:t>
            </a:r>
            <a:endParaRPr sz="3150" spc="-15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 marR="5080" indent="97790" algn="ctr">
              <a:lnSpc>
                <a:spcPct val="133000"/>
              </a:lnSpc>
              <a:spcBef>
                <a:spcPts val="100"/>
              </a:spcBef>
            </a:pPr>
            <a:r>
              <a:rPr lang="en-US" sz="3100">
                <a:solidFill>
                  <a:schemeClr val="bg1"/>
                </a:solidFill>
                <a:uFillTx/>
                <a:latin typeface="黑体" panose="02010609060101010101" charset="-122"/>
                <a:cs typeface="黑体" panose="02010609060101010101" charset="-122"/>
              </a:rPr>
              <a:t>1800+</a:t>
            </a:r>
            <a:endParaRPr lang="en-US" sz="3100">
              <a:solidFill>
                <a:schemeClr val="bg1"/>
              </a:solidFill>
              <a:uFillTx/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35595" y="2061210"/>
            <a:ext cx="1644650" cy="1185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" algn="ctr">
              <a:lnSpc>
                <a:spcPct val="135000"/>
              </a:lnSpc>
              <a:spcBef>
                <a:spcPts val="90"/>
              </a:spcBef>
            </a:pPr>
            <a:r>
              <a:rPr sz="2800" spc="-95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绩</a:t>
            </a:r>
            <a:r>
              <a:rPr sz="2800" spc="-1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效 </a:t>
            </a:r>
            <a:endParaRPr sz="2800" spc="-1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0" marR="5080" indent="1905" algn="ctr">
              <a:lnSpc>
                <a:spcPct val="135000"/>
              </a:lnSpc>
              <a:spcBef>
                <a:spcPts val="90"/>
              </a:spcBef>
            </a:pPr>
            <a:r>
              <a:rPr lang="en-US" sz="2800">
                <a:solidFill>
                  <a:schemeClr val="bg1"/>
                </a:solidFill>
                <a:uFillTx/>
                <a:latin typeface="黑体" panose="02010609060101010101" charset="-122"/>
                <a:cs typeface="黑体" panose="02010609060101010101" charset="-122"/>
              </a:rPr>
              <a:t>100-500</a:t>
            </a:r>
            <a:endParaRPr lang="en-US" sz="2800">
              <a:solidFill>
                <a:schemeClr val="bg1"/>
              </a:solidFill>
              <a:uFillTx/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87229" y="1877656"/>
            <a:ext cx="84455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>
              <a:lnSpc>
                <a:spcPct val="150000"/>
              </a:lnSpc>
              <a:spcBef>
                <a:spcPts val="100"/>
              </a:spcBef>
            </a:pPr>
            <a:r>
              <a:rPr sz="3200" spc="15" dirty="0">
                <a:latin typeface="黑体" panose="02010609060101010101" charset="-122"/>
                <a:cs typeface="黑体" panose="02010609060101010101" charset="-122"/>
              </a:rPr>
              <a:t>餐</a:t>
            </a:r>
            <a:r>
              <a:rPr sz="3200" dirty="0">
                <a:latin typeface="黑体" panose="02010609060101010101" charset="-122"/>
                <a:cs typeface="黑体" panose="02010609060101010101" charset="-122"/>
              </a:rPr>
              <a:t>补  </a:t>
            </a:r>
            <a:r>
              <a:rPr lang="en-US" sz="3200" dirty="0">
                <a:latin typeface="黑体" panose="02010609060101010101" charset="-122"/>
                <a:cs typeface="黑体" panose="02010609060101010101" charset="-122"/>
              </a:rPr>
              <a:t>650</a:t>
            </a:r>
            <a:r>
              <a:rPr sz="3200" dirty="0">
                <a:latin typeface="黑体" panose="02010609060101010101" charset="-122"/>
                <a:cs typeface="黑体" panose="02010609060101010101" charset="-122"/>
              </a:rPr>
              <a:t>+</a:t>
            </a:r>
            <a:endParaRPr sz="3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27723" y="2461844"/>
            <a:ext cx="753110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355"/>
              </a:lnSpc>
              <a:spcBef>
                <a:spcPts val="105"/>
              </a:spcBef>
            </a:pPr>
            <a:r>
              <a:rPr sz="2850" spc="25" dirty="0">
                <a:latin typeface="黑体" panose="02010609060101010101" charset="-122"/>
                <a:cs typeface="黑体" panose="02010609060101010101" charset="-122"/>
              </a:rPr>
              <a:t>全</a:t>
            </a:r>
            <a:r>
              <a:rPr sz="2850" spc="5" dirty="0">
                <a:latin typeface="黑体" panose="02010609060101010101" charset="-122"/>
                <a:cs typeface="黑体" panose="02010609060101010101" charset="-122"/>
              </a:rPr>
              <a:t>勤</a:t>
            </a:r>
            <a:endParaRPr sz="2850">
              <a:latin typeface="黑体" panose="02010609060101010101" charset="-122"/>
              <a:cs typeface="黑体" panose="02010609060101010101" charset="-122"/>
            </a:endParaRPr>
          </a:p>
          <a:p>
            <a:pPr marL="55880" algn="ctr">
              <a:lnSpc>
                <a:spcPts val="2275"/>
              </a:lnSpc>
            </a:pPr>
            <a:r>
              <a:rPr sz="1950" spc="-42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lang="en-US" sz="1950" spc="-42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950" spc="-42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r>
              <a:rPr lang="en-US" sz="1950" spc="-42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950" spc="-42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endParaRPr sz="195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8141" y="4659337"/>
            <a:ext cx="3052445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450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每天工作</a:t>
            </a:r>
            <a:r>
              <a:rPr sz="1400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8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小时餐补</a:t>
            </a:r>
            <a:r>
              <a:rPr sz="14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12</a:t>
            </a: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，工作</a:t>
            </a:r>
            <a:r>
              <a:rPr sz="1400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10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小</a:t>
            </a:r>
            <a:r>
              <a:rPr sz="14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时 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餐补</a:t>
            </a:r>
            <a:r>
              <a:rPr sz="1400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24元</a:t>
            </a:r>
            <a:r>
              <a:rPr sz="14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每天（含用餐时间）</a:t>
            </a:r>
            <a:r>
              <a:rPr sz="14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国企餐</a:t>
            </a:r>
            <a:r>
              <a:rPr sz="14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饮</a:t>
            </a:r>
            <a:endParaRPr sz="1400" b="1" spc="5" dirty="0">
              <a:solidFill>
                <a:srgbClr val="80808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7006" y="4316717"/>
            <a:ext cx="893444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0" dirty="0">
                <a:latin typeface="黑体" panose="02010609060101010101" charset="-122"/>
                <a:cs typeface="黑体" panose="02010609060101010101" charset="-122"/>
              </a:rPr>
              <a:t>用餐补</a:t>
            </a:r>
            <a:r>
              <a:rPr sz="1700" spc="5" dirty="0">
                <a:latin typeface="黑体" panose="02010609060101010101" charset="-122"/>
                <a:cs typeface="黑体" panose="02010609060101010101" charset="-122"/>
              </a:rPr>
              <a:t>贴</a:t>
            </a:r>
            <a:endParaRPr sz="1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8392" y="4730965"/>
            <a:ext cx="3137535" cy="659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基本薪资</a:t>
            </a:r>
            <a:r>
              <a:rPr sz="14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4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lang="en-US" sz="14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43</a:t>
            </a:r>
            <a:r>
              <a:rPr sz="14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0元</a:t>
            </a:r>
            <a:r>
              <a:rPr sz="1400" b="1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)+</a:t>
            </a:r>
            <a:r>
              <a:rPr sz="14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全勤</a:t>
            </a:r>
            <a:r>
              <a:rPr sz="14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4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200</a:t>
            </a:r>
            <a:r>
              <a:rPr sz="1400" b="1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400" b="1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）+</a:t>
            </a:r>
            <a:r>
              <a:rPr sz="14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绩 </a:t>
            </a:r>
            <a:r>
              <a:rPr sz="14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效</a:t>
            </a:r>
            <a:r>
              <a:rPr sz="14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4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100-500</a:t>
            </a:r>
            <a:r>
              <a:rPr sz="1400" b="1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400" b="1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）+</a:t>
            </a:r>
            <a:r>
              <a:rPr sz="14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餐补</a:t>
            </a:r>
            <a:r>
              <a:rPr sz="14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14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500-700</a:t>
            </a:r>
            <a:r>
              <a:rPr sz="1400" b="1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4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）+  </a:t>
            </a:r>
            <a:r>
              <a:rPr sz="1400" b="1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平加1.5倍+周加2倍+国加3倍+奖金...</a:t>
            </a:r>
            <a:r>
              <a:rPr sz="14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400" b="1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2520" y="4316717"/>
            <a:ext cx="893444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0" dirty="0">
                <a:latin typeface="黑体" panose="02010609060101010101" charset="-122"/>
                <a:cs typeface="黑体" panose="02010609060101010101" charset="-122"/>
              </a:rPr>
              <a:t>薪资构</a:t>
            </a:r>
            <a:r>
              <a:rPr sz="1700" spc="5" dirty="0">
                <a:latin typeface="黑体" panose="02010609060101010101" charset="-122"/>
                <a:cs typeface="黑体" panose="02010609060101010101" charset="-122"/>
              </a:rPr>
              <a:t>成</a:t>
            </a:r>
            <a:endParaRPr sz="1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1053" y="4602188"/>
            <a:ext cx="3101975" cy="1119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 algn="just">
              <a:lnSpc>
                <a:spcPct val="150000"/>
              </a:lnSpc>
              <a:spcBef>
                <a:spcPts val="95"/>
              </a:spcBef>
            </a:pPr>
            <a:r>
              <a:rPr sz="12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空调、独立卫生间、热水器、超市、员工活动中心 等一应俱全</a:t>
            </a:r>
            <a:r>
              <a:rPr sz="1200" b="1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（4-6</a:t>
            </a:r>
            <a:r>
              <a:rPr sz="12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人间）无线网、住宿物业费</a:t>
            </a:r>
            <a:r>
              <a:rPr sz="12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r>
              <a:rPr sz="12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元</a:t>
            </a:r>
            <a:r>
              <a:rPr sz="12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/</a:t>
            </a:r>
            <a:r>
              <a:rPr sz="1200" b="1" spc="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天</a:t>
            </a:r>
            <a:r>
              <a:rPr sz="12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、</a:t>
            </a:r>
            <a:r>
              <a:rPr lang="zh-CN" sz="12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水</a:t>
            </a:r>
            <a:r>
              <a:rPr sz="12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电费平摊</a:t>
            </a:r>
            <a:r>
              <a:rPr lang="zh-CN" sz="12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r>
              <a:rPr sz="1200" b="1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b="1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班生活区与办公室1公里左右，商业保险费</a:t>
            </a:r>
            <a:r>
              <a:rPr sz="12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60/月</a:t>
            </a:r>
            <a:r>
              <a:rPr sz="1100" b="1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。</a:t>
            </a:r>
            <a:endParaRPr sz="1100" b="1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91749" y="4305900"/>
            <a:ext cx="963294" cy="288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64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住</a:t>
            </a:r>
            <a:r>
              <a:rPr lang="en-US" sz="1800" spc="-64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 </a:t>
            </a:r>
            <a:r>
              <a:rPr sz="1800" spc="-64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宿</a:t>
            </a:r>
            <a:r>
              <a:rPr lang="en-US" sz="1800" spc="-64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  </a:t>
            </a:r>
            <a:r>
              <a:rPr sz="1800" spc="-64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环</a:t>
            </a:r>
            <a:r>
              <a:rPr lang="en-US" sz="1800" spc="-64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  </a:t>
            </a:r>
            <a:r>
              <a:rPr sz="1800" spc="-9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境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18304" y="4264304"/>
            <a:ext cx="7620" cy="1193165"/>
          </a:xfrm>
          <a:custGeom>
            <a:avLst/>
            <a:gdLst/>
            <a:ahLst/>
            <a:cxnLst/>
            <a:rect l="l" t="t" r="r" b="b"/>
            <a:pathLst>
              <a:path w="7620" h="1193164">
                <a:moveTo>
                  <a:pt x="3809" y="1192885"/>
                </a:moveTo>
                <a:lnTo>
                  <a:pt x="2362" y="1192593"/>
                </a:lnTo>
                <a:lnTo>
                  <a:pt x="1117" y="1191768"/>
                </a:lnTo>
                <a:lnTo>
                  <a:pt x="292" y="1190536"/>
                </a:lnTo>
                <a:lnTo>
                  <a:pt x="0" y="1189075"/>
                </a:lnTo>
                <a:lnTo>
                  <a:pt x="0" y="3810"/>
                </a:lnTo>
                <a:lnTo>
                  <a:pt x="292" y="2349"/>
                </a:lnTo>
                <a:lnTo>
                  <a:pt x="1117" y="1117"/>
                </a:lnTo>
                <a:lnTo>
                  <a:pt x="2362" y="292"/>
                </a:lnTo>
                <a:lnTo>
                  <a:pt x="3809" y="0"/>
                </a:lnTo>
                <a:lnTo>
                  <a:pt x="5270" y="292"/>
                </a:lnTo>
                <a:lnTo>
                  <a:pt x="6502" y="1117"/>
                </a:lnTo>
                <a:lnTo>
                  <a:pt x="7327" y="2349"/>
                </a:lnTo>
                <a:lnTo>
                  <a:pt x="7619" y="3810"/>
                </a:lnTo>
                <a:lnTo>
                  <a:pt x="7619" y="1189075"/>
                </a:lnTo>
                <a:lnTo>
                  <a:pt x="7327" y="1190536"/>
                </a:lnTo>
                <a:lnTo>
                  <a:pt x="6502" y="1191768"/>
                </a:lnTo>
                <a:lnTo>
                  <a:pt x="5270" y="1192593"/>
                </a:lnTo>
                <a:lnTo>
                  <a:pt x="3809" y="119288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02791" y="4264304"/>
            <a:ext cx="7620" cy="1193165"/>
          </a:xfrm>
          <a:custGeom>
            <a:avLst/>
            <a:gdLst/>
            <a:ahLst/>
            <a:cxnLst/>
            <a:rect l="l" t="t" r="r" b="b"/>
            <a:pathLst>
              <a:path w="7620" h="1193164">
                <a:moveTo>
                  <a:pt x="3809" y="1192885"/>
                </a:moveTo>
                <a:lnTo>
                  <a:pt x="2349" y="1192593"/>
                </a:lnTo>
                <a:lnTo>
                  <a:pt x="1117" y="1191768"/>
                </a:lnTo>
                <a:lnTo>
                  <a:pt x="292" y="1190536"/>
                </a:lnTo>
                <a:lnTo>
                  <a:pt x="0" y="1189075"/>
                </a:lnTo>
                <a:lnTo>
                  <a:pt x="0" y="3810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5270" y="292"/>
                </a:lnTo>
                <a:lnTo>
                  <a:pt x="6502" y="1117"/>
                </a:lnTo>
                <a:lnTo>
                  <a:pt x="7327" y="2349"/>
                </a:lnTo>
                <a:lnTo>
                  <a:pt x="7619" y="3810"/>
                </a:lnTo>
                <a:lnTo>
                  <a:pt x="7619" y="1189075"/>
                </a:lnTo>
                <a:lnTo>
                  <a:pt x="7327" y="1190536"/>
                </a:lnTo>
                <a:lnTo>
                  <a:pt x="6502" y="1191768"/>
                </a:lnTo>
                <a:lnTo>
                  <a:pt x="5270" y="1192593"/>
                </a:lnTo>
                <a:lnTo>
                  <a:pt x="3809" y="119288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17" name="object 17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52" y="402450"/>
              <a:ext cx="365353" cy="2814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81849" y="379234"/>
            <a:ext cx="1882775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薪资待遇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436880">
              <a:lnSpc>
                <a:spcPct val="100000"/>
              </a:lnSpc>
            </a:pPr>
            <a:r>
              <a:rPr sz="2700" spc="-919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薪</a:t>
            </a:r>
            <a:r>
              <a:rPr lang="en-US" sz="2700" spc="-919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 </a:t>
            </a:r>
            <a:r>
              <a:rPr sz="2700" spc="-919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资</a:t>
            </a:r>
            <a:r>
              <a:rPr lang="en-US" sz="2700" spc="-919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 </a:t>
            </a:r>
            <a:r>
              <a:rPr sz="2700" spc="-919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构</a:t>
            </a:r>
            <a:r>
              <a:rPr lang="en-US" sz="2700" spc="-919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  </a:t>
            </a:r>
            <a:r>
              <a:rPr sz="2700" spc="-9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成</a:t>
            </a:r>
            <a:endParaRPr sz="27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5245" y="6186805"/>
            <a:ext cx="954214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月综合工资：5000/月不等</a:t>
            </a:r>
            <a:r>
              <a:rPr sz="1800" spc="10" dirty="0">
                <a:latin typeface="黑体" panose="02010609060101010101" charset="-122"/>
                <a:cs typeface="黑体" panose="02010609060101010101" charset="-122"/>
              </a:rPr>
              <a:t>（薪资差异：看个人标注的质量和速度以及主动加班的</a:t>
            </a: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时 </a:t>
            </a:r>
            <a:r>
              <a:rPr sz="1800" spc="10" dirty="0">
                <a:latin typeface="黑体" panose="02010609060101010101" charset="-122"/>
                <a:cs typeface="黑体" panose="02010609060101010101" charset="-122"/>
              </a:rPr>
              <a:t>长</a:t>
            </a: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1616" y="1996935"/>
            <a:ext cx="1496999" cy="14859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0034778" y="2324684"/>
            <a:ext cx="789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综合薪</a:t>
            </a:r>
            <a:r>
              <a:rPr sz="15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资</a:t>
            </a:r>
            <a:endParaRPr sz="15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99853" y="2698064"/>
            <a:ext cx="85915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5000</a:t>
            </a:r>
            <a:r>
              <a:rPr sz="26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+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3874" y="514489"/>
            <a:ext cx="5998210" cy="99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补贴与福利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</a:pPr>
            <a:endParaRPr sz="1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2332990">
              <a:lnSpc>
                <a:spcPct val="100000"/>
              </a:lnSpc>
            </a:pPr>
            <a:r>
              <a:rPr sz="2600" spc="1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岗位晋升与职业发展放</a:t>
            </a:r>
            <a:r>
              <a:rPr sz="2600" spc="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向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28522" y="1785696"/>
            <a:ext cx="461009" cy="449580"/>
            <a:chOff x="1128522" y="1785696"/>
            <a:chExt cx="461009" cy="449580"/>
          </a:xfrm>
        </p:grpSpPr>
        <p:sp>
          <p:nvSpPr>
            <p:cNvPr id="4" name="object 4"/>
            <p:cNvSpPr/>
            <p:nvPr/>
          </p:nvSpPr>
          <p:spPr>
            <a:xfrm>
              <a:off x="1135380" y="1792058"/>
              <a:ext cx="447675" cy="438150"/>
            </a:xfrm>
            <a:custGeom>
              <a:avLst/>
              <a:gdLst/>
              <a:ahLst/>
              <a:cxnLst/>
              <a:rect l="l" t="t" r="r" b="b"/>
              <a:pathLst>
                <a:path w="447675" h="438150">
                  <a:moveTo>
                    <a:pt x="223519" y="437896"/>
                  </a:moveTo>
                  <a:lnTo>
                    <a:pt x="178354" y="433448"/>
                  </a:lnTo>
                  <a:lnTo>
                    <a:pt x="136295" y="420699"/>
                  </a:lnTo>
                  <a:lnTo>
                    <a:pt x="98249" y="400537"/>
                  </a:lnTo>
                  <a:lnTo>
                    <a:pt x="65125" y="373849"/>
                  </a:lnTo>
                  <a:lnTo>
                    <a:pt x="37830" y="341526"/>
                  </a:lnTo>
                  <a:lnTo>
                    <a:pt x="17272" y="304454"/>
                  </a:lnTo>
                  <a:lnTo>
                    <a:pt x="4359" y="263523"/>
                  </a:lnTo>
                  <a:lnTo>
                    <a:pt x="0" y="219621"/>
                  </a:lnTo>
                  <a:lnTo>
                    <a:pt x="4359" y="175271"/>
                  </a:lnTo>
                  <a:lnTo>
                    <a:pt x="17272" y="134004"/>
                  </a:lnTo>
                  <a:lnTo>
                    <a:pt x="37830" y="96693"/>
                  </a:lnTo>
                  <a:lnTo>
                    <a:pt x="65125" y="64209"/>
                  </a:lnTo>
                  <a:lnTo>
                    <a:pt x="98249" y="37426"/>
                  </a:lnTo>
                  <a:lnTo>
                    <a:pt x="136295" y="17215"/>
                  </a:lnTo>
                  <a:lnTo>
                    <a:pt x="178354" y="4449"/>
                  </a:lnTo>
                  <a:lnTo>
                    <a:pt x="223519" y="0"/>
                  </a:lnTo>
                  <a:lnTo>
                    <a:pt x="268682" y="4447"/>
                  </a:lnTo>
                  <a:lnTo>
                    <a:pt x="310746" y="17204"/>
                  </a:lnTo>
                  <a:lnTo>
                    <a:pt x="348811" y="37390"/>
                  </a:lnTo>
                  <a:lnTo>
                    <a:pt x="381976" y="64125"/>
                  </a:lnTo>
                  <a:lnTo>
                    <a:pt x="409339" y="96528"/>
                  </a:lnTo>
                  <a:lnTo>
                    <a:pt x="430001" y="133720"/>
                  </a:lnTo>
                  <a:lnTo>
                    <a:pt x="443058" y="174820"/>
                  </a:lnTo>
                  <a:lnTo>
                    <a:pt x="447611" y="218948"/>
                  </a:lnTo>
                  <a:lnTo>
                    <a:pt x="443058" y="263072"/>
                  </a:lnTo>
                  <a:lnTo>
                    <a:pt x="430001" y="304170"/>
                  </a:lnTo>
                  <a:lnTo>
                    <a:pt x="409339" y="341361"/>
                  </a:lnTo>
                  <a:lnTo>
                    <a:pt x="381976" y="373765"/>
                  </a:lnTo>
                  <a:lnTo>
                    <a:pt x="348811" y="400501"/>
                  </a:lnTo>
                  <a:lnTo>
                    <a:pt x="310746" y="420689"/>
                  </a:lnTo>
                  <a:lnTo>
                    <a:pt x="268682" y="433447"/>
                  </a:lnTo>
                  <a:lnTo>
                    <a:pt x="223519" y="437896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28522" y="1785696"/>
              <a:ext cx="461009" cy="449580"/>
            </a:xfrm>
            <a:custGeom>
              <a:avLst/>
              <a:gdLst/>
              <a:ahLst/>
              <a:cxnLst/>
              <a:rect l="l" t="t" r="r" b="b"/>
              <a:pathLst>
                <a:path w="461009" h="449580">
                  <a:moveTo>
                    <a:pt x="259702" y="448310"/>
                  </a:moveTo>
                  <a:lnTo>
                    <a:pt x="201053" y="448310"/>
                  </a:lnTo>
                  <a:lnTo>
                    <a:pt x="195275" y="447039"/>
                  </a:lnTo>
                  <a:lnTo>
                    <a:pt x="183959" y="445769"/>
                  </a:lnTo>
                  <a:lnTo>
                    <a:pt x="172821" y="443230"/>
                  </a:lnTo>
                  <a:lnTo>
                    <a:pt x="161886" y="439419"/>
                  </a:lnTo>
                  <a:lnTo>
                    <a:pt x="151180" y="436880"/>
                  </a:lnTo>
                  <a:lnTo>
                    <a:pt x="140715" y="431800"/>
                  </a:lnTo>
                  <a:lnTo>
                    <a:pt x="130517" y="427989"/>
                  </a:lnTo>
                  <a:lnTo>
                    <a:pt x="120573" y="422910"/>
                  </a:lnTo>
                  <a:lnTo>
                    <a:pt x="83832" y="398780"/>
                  </a:lnTo>
                  <a:lnTo>
                    <a:pt x="52590" y="368300"/>
                  </a:lnTo>
                  <a:lnTo>
                    <a:pt x="27774" y="332739"/>
                  </a:lnTo>
                  <a:lnTo>
                    <a:pt x="10299" y="292100"/>
                  </a:lnTo>
                  <a:lnTo>
                    <a:pt x="3530" y="264160"/>
                  </a:lnTo>
                  <a:lnTo>
                    <a:pt x="2578" y="259080"/>
                  </a:lnTo>
                  <a:lnTo>
                    <a:pt x="1778" y="254000"/>
                  </a:lnTo>
                  <a:lnTo>
                    <a:pt x="596" y="242569"/>
                  </a:lnTo>
                  <a:lnTo>
                    <a:pt x="228" y="236219"/>
                  </a:lnTo>
                  <a:lnTo>
                    <a:pt x="0" y="229869"/>
                  </a:lnTo>
                  <a:lnTo>
                    <a:pt x="0" y="218439"/>
                  </a:lnTo>
                  <a:lnTo>
                    <a:pt x="228" y="213360"/>
                  </a:lnTo>
                  <a:lnTo>
                    <a:pt x="596" y="207010"/>
                  </a:lnTo>
                  <a:lnTo>
                    <a:pt x="1778" y="195580"/>
                  </a:lnTo>
                  <a:lnTo>
                    <a:pt x="2578" y="190500"/>
                  </a:lnTo>
                  <a:lnTo>
                    <a:pt x="3530" y="184150"/>
                  </a:lnTo>
                  <a:lnTo>
                    <a:pt x="13919" y="147319"/>
                  </a:lnTo>
                  <a:lnTo>
                    <a:pt x="33324" y="107950"/>
                  </a:lnTo>
                  <a:lnTo>
                    <a:pt x="59842" y="73660"/>
                  </a:lnTo>
                  <a:lnTo>
                    <a:pt x="67475" y="64769"/>
                  </a:lnTo>
                  <a:lnTo>
                    <a:pt x="75476" y="58419"/>
                  </a:lnTo>
                  <a:lnTo>
                    <a:pt x="83832" y="50800"/>
                  </a:lnTo>
                  <a:lnTo>
                    <a:pt x="92544" y="44450"/>
                  </a:lnTo>
                  <a:lnTo>
                    <a:pt x="130517" y="21589"/>
                  </a:lnTo>
                  <a:lnTo>
                    <a:pt x="183959" y="3810"/>
                  </a:lnTo>
                  <a:lnTo>
                    <a:pt x="195275" y="2539"/>
                  </a:lnTo>
                  <a:lnTo>
                    <a:pt x="206832" y="0"/>
                  </a:lnTo>
                  <a:lnTo>
                    <a:pt x="253911" y="0"/>
                  </a:lnTo>
                  <a:lnTo>
                    <a:pt x="265480" y="2539"/>
                  </a:lnTo>
                  <a:lnTo>
                    <a:pt x="276783" y="3810"/>
                  </a:lnTo>
                  <a:lnTo>
                    <a:pt x="298856" y="8889"/>
                  </a:lnTo>
                  <a:lnTo>
                    <a:pt x="309562" y="12700"/>
                  </a:lnTo>
                  <a:lnTo>
                    <a:pt x="208165" y="12700"/>
                  </a:lnTo>
                  <a:lnTo>
                    <a:pt x="202539" y="13969"/>
                  </a:lnTo>
                  <a:lnTo>
                    <a:pt x="197332" y="13969"/>
                  </a:lnTo>
                  <a:lnTo>
                    <a:pt x="186296" y="16510"/>
                  </a:lnTo>
                  <a:lnTo>
                    <a:pt x="186601" y="16510"/>
                  </a:lnTo>
                  <a:lnTo>
                    <a:pt x="175768" y="19050"/>
                  </a:lnTo>
                  <a:lnTo>
                    <a:pt x="176060" y="19050"/>
                  </a:lnTo>
                  <a:lnTo>
                    <a:pt x="165430" y="21589"/>
                  </a:lnTo>
                  <a:lnTo>
                    <a:pt x="165722" y="21589"/>
                  </a:lnTo>
                  <a:lnTo>
                    <a:pt x="155308" y="25400"/>
                  </a:lnTo>
                  <a:lnTo>
                    <a:pt x="155600" y="25400"/>
                  </a:lnTo>
                  <a:lnTo>
                    <a:pt x="145427" y="29210"/>
                  </a:lnTo>
                  <a:lnTo>
                    <a:pt x="145707" y="29210"/>
                  </a:lnTo>
                  <a:lnTo>
                    <a:pt x="135788" y="33019"/>
                  </a:lnTo>
                  <a:lnTo>
                    <a:pt x="136055" y="33019"/>
                  </a:lnTo>
                  <a:lnTo>
                    <a:pt x="126390" y="38100"/>
                  </a:lnTo>
                  <a:lnTo>
                    <a:pt x="126669" y="38100"/>
                  </a:lnTo>
                  <a:lnTo>
                    <a:pt x="117284" y="43180"/>
                  </a:lnTo>
                  <a:lnTo>
                    <a:pt x="117538" y="43180"/>
                  </a:lnTo>
                  <a:lnTo>
                    <a:pt x="108445" y="48260"/>
                  </a:lnTo>
                  <a:lnTo>
                    <a:pt x="108699" y="48260"/>
                  </a:lnTo>
                  <a:lnTo>
                    <a:pt x="99910" y="54610"/>
                  </a:lnTo>
                  <a:lnTo>
                    <a:pt x="100164" y="54610"/>
                  </a:lnTo>
                  <a:lnTo>
                    <a:pt x="91693" y="60960"/>
                  </a:lnTo>
                  <a:lnTo>
                    <a:pt x="91922" y="60960"/>
                  </a:lnTo>
                  <a:lnTo>
                    <a:pt x="83794" y="67310"/>
                  </a:lnTo>
                  <a:lnTo>
                    <a:pt x="84023" y="67310"/>
                  </a:lnTo>
                  <a:lnTo>
                    <a:pt x="77535" y="73660"/>
                  </a:lnTo>
                  <a:lnTo>
                    <a:pt x="76453" y="73660"/>
                  </a:lnTo>
                  <a:lnTo>
                    <a:pt x="69037" y="81280"/>
                  </a:lnTo>
                  <a:lnTo>
                    <a:pt x="69240" y="81280"/>
                  </a:lnTo>
                  <a:lnTo>
                    <a:pt x="63209" y="88900"/>
                  </a:lnTo>
                  <a:lnTo>
                    <a:pt x="62395" y="88900"/>
                  </a:lnTo>
                  <a:lnTo>
                    <a:pt x="55740" y="97789"/>
                  </a:lnTo>
                  <a:lnTo>
                    <a:pt x="55930" y="97789"/>
                  </a:lnTo>
                  <a:lnTo>
                    <a:pt x="49682" y="105410"/>
                  </a:lnTo>
                  <a:lnTo>
                    <a:pt x="49860" y="105410"/>
                  </a:lnTo>
                  <a:lnTo>
                    <a:pt x="44030" y="114300"/>
                  </a:lnTo>
                  <a:lnTo>
                    <a:pt x="44196" y="114300"/>
                  </a:lnTo>
                  <a:lnTo>
                    <a:pt x="38798" y="123189"/>
                  </a:lnTo>
                  <a:lnTo>
                    <a:pt x="38950" y="123189"/>
                  </a:lnTo>
                  <a:lnTo>
                    <a:pt x="33997" y="132080"/>
                  </a:lnTo>
                  <a:lnTo>
                    <a:pt x="34137" y="132080"/>
                  </a:lnTo>
                  <a:lnTo>
                    <a:pt x="29654" y="142239"/>
                  </a:lnTo>
                  <a:lnTo>
                    <a:pt x="26257" y="151130"/>
                  </a:lnTo>
                  <a:lnTo>
                    <a:pt x="25869" y="151130"/>
                  </a:lnTo>
                  <a:lnTo>
                    <a:pt x="22352" y="161289"/>
                  </a:lnTo>
                  <a:lnTo>
                    <a:pt x="19431" y="171450"/>
                  </a:lnTo>
                  <a:lnTo>
                    <a:pt x="17005" y="181610"/>
                  </a:lnTo>
                  <a:lnTo>
                    <a:pt x="16002" y="186689"/>
                  </a:lnTo>
                  <a:lnTo>
                    <a:pt x="15112" y="191769"/>
                  </a:lnTo>
                  <a:lnTo>
                    <a:pt x="14363" y="198119"/>
                  </a:lnTo>
                  <a:lnTo>
                    <a:pt x="13741" y="203200"/>
                  </a:lnTo>
                  <a:lnTo>
                    <a:pt x="13258" y="208280"/>
                  </a:lnTo>
                  <a:lnTo>
                    <a:pt x="12903" y="213360"/>
                  </a:lnTo>
                  <a:lnTo>
                    <a:pt x="12700" y="219710"/>
                  </a:lnTo>
                  <a:lnTo>
                    <a:pt x="12687" y="229869"/>
                  </a:lnTo>
                  <a:lnTo>
                    <a:pt x="12870" y="234950"/>
                  </a:lnTo>
                  <a:lnTo>
                    <a:pt x="12974" y="236219"/>
                  </a:lnTo>
                  <a:lnTo>
                    <a:pt x="13258" y="241300"/>
                  </a:lnTo>
                  <a:lnTo>
                    <a:pt x="13754" y="246380"/>
                  </a:lnTo>
                  <a:lnTo>
                    <a:pt x="14376" y="251460"/>
                  </a:lnTo>
                  <a:lnTo>
                    <a:pt x="15138" y="256539"/>
                  </a:lnTo>
                  <a:lnTo>
                    <a:pt x="16040" y="262889"/>
                  </a:lnTo>
                  <a:lnTo>
                    <a:pt x="16212" y="262889"/>
                  </a:lnTo>
                  <a:lnTo>
                    <a:pt x="17056" y="267969"/>
                  </a:lnTo>
                  <a:lnTo>
                    <a:pt x="17283" y="267969"/>
                  </a:lnTo>
                  <a:lnTo>
                    <a:pt x="19507" y="278130"/>
                  </a:lnTo>
                  <a:lnTo>
                    <a:pt x="22453" y="288289"/>
                  </a:lnTo>
                  <a:lnTo>
                    <a:pt x="25869" y="298450"/>
                  </a:lnTo>
                  <a:lnTo>
                    <a:pt x="26257" y="298450"/>
                  </a:lnTo>
                  <a:lnTo>
                    <a:pt x="29768" y="307339"/>
                  </a:lnTo>
                  <a:lnTo>
                    <a:pt x="34137" y="317500"/>
                  </a:lnTo>
                  <a:lnTo>
                    <a:pt x="34617" y="317500"/>
                  </a:lnTo>
                  <a:lnTo>
                    <a:pt x="38950" y="326389"/>
                  </a:lnTo>
                  <a:lnTo>
                    <a:pt x="38798" y="326389"/>
                  </a:lnTo>
                  <a:lnTo>
                    <a:pt x="44196" y="335280"/>
                  </a:lnTo>
                  <a:lnTo>
                    <a:pt x="44030" y="335280"/>
                  </a:lnTo>
                  <a:lnTo>
                    <a:pt x="49860" y="344169"/>
                  </a:lnTo>
                  <a:lnTo>
                    <a:pt x="50575" y="344169"/>
                  </a:lnTo>
                  <a:lnTo>
                    <a:pt x="55930" y="351789"/>
                  </a:lnTo>
                  <a:lnTo>
                    <a:pt x="55740" y="351789"/>
                  </a:lnTo>
                  <a:lnTo>
                    <a:pt x="62395" y="359410"/>
                  </a:lnTo>
                  <a:lnTo>
                    <a:pt x="62204" y="359410"/>
                  </a:lnTo>
                  <a:lnTo>
                    <a:pt x="69240" y="368300"/>
                  </a:lnTo>
                  <a:lnTo>
                    <a:pt x="70273" y="368300"/>
                  </a:lnTo>
                  <a:lnTo>
                    <a:pt x="76453" y="374650"/>
                  </a:lnTo>
                  <a:lnTo>
                    <a:pt x="76238" y="374650"/>
                  </a:lnTo>
                  <a:lnTo>
                    <a:pt x="84023" y="382269"/>
                  </a:lnTo>
                  <a:lnTo>
                    <a:pt x="83794" y="382269"/>
                  </a:lnTo>
                  <a:lnTo>
                    <a:pt x="91922" y="388619"/>
                  </a:lnTo>
                  <a:lnTo>
                    <a:pt x="91693" y="388619"/>
                  </a:lnTo>
                  <a:lnTo>
                    <a:pt x="100164" y="394969"/>
                  </a:lnTo>
                  <a:lnTo>
                    <a:pt x="99910" y="394969"/>
                  </a:lnTo>
                  <a:lnTo>
                    <a:pt x="108699" y="401319"/>
                  </a:lnTo>
                  <a:lnTo>
                    <a:pt x="108445" y="401319"/>
                  </a:lnTo>
                  <a:lnTo>
                    <a:pt x="117538" y="406400"/>
                  </a:lnTo>
                  <a:lnTo>
                    <a:pt x="117284" y="406400"/>
                  </a:lnTo>
                  <a:lnTo>
                    <a:pt x="126669" y="411480"/>
                  </a:lnTo>
                  <a:lnTo>
                    <a:pt x="126390" y="411480"/>
                  </a:lnTo>
                  <a:lnTo>
                    <a:pt x="136055" y="416560"/>
                  </a:lnTo>
                  <a:lnTo>
                    <a:pt x="135788" y="416560"/>
                  </a:lnTo>
                  <a:lnTo>
                    <a:pt x="145707" y="420369"/>
                  </a:lnTo>
                  <a:lnTo>
                    <a:pt x="145427" y="420369"/>
                  </a:lnTo>
                  <a:lnTo>
                    <a:pt x="155600" y="424180"/>
                  </a:lnTo>
                  <a:lnTo>
                    <a:pt x="155308" y="424180"/>
                  </a:lnTo>
                  <a:lnTo>
                    <a:pt x="165722" y="427989"/>
                  </a:lnTo>
                  <a:lnTo>
                    <a:pt x="165430" y="427989"/>
                  </a:lnTo>
                  <a:lnTo>
                    <a:pt x="176060" y="430530"/>
                  </a:lnTo>
                  <a:lnTo>
                    <a:pt x="175768" y="430530"/>
                  </a:lnTo>
                  <a:lnTo>
                    <a:pt x="186601" y="433069"/>
                  </a:lnTo>
                  <a:lnTo>
                    <a:pt x="186296" y="433069"/>
                  </a:lnTo>
                  <a:lnTo>
                    <a:pt x="197332" y="434339"/>
                  </a:lnTo>
                  <a:lnTo>
                    <a:pt x="197103" y="434339"/>
                  </a:lnTo>
                  <a:lnTo>
                    <a:pt x="202691" y="435610"/>
                  </a:lnTo>
                  <a:lnTo>
                    <a:pt x="208013" y="435610"/>
                  </a:lnTo>
                  <a:lnTo>
                    <a:pt x="213677" y="436880"/>
                  </a:lnTo>
                  <a:lnTo>
                    <a:pt x="309562" y="436880"/>
                  </a:lnTo>
                  <a:lnTo>
                    <a:pt x="298856" y="439419"/>
                  </a:lnTo>
                  <a:lnTo>
                    <a:pt x="287921" y="443230"/>
                  </a:lnTo>
                  <a:lnTo>
                    <a:pt x="276783" y="445769"/>
                  </a:lnTo>
                  <a:lnTo>
                    <a:pt x="265480" y="447039"/>
                  </a:lnTo>
                  <a:lnTo>
                    <a:pt x="259702" y="448310"/>
                  </a:lnTo>
                  <a:close/>
                </a:path>
                <a:path w="461009" h="449580">
                  <a:moveTo>
                    <a:pt x="384505" y="74930"/>
                  </a:moveTo>
                  <a:lnTo>
                    <a:pt x="376720" y="67310"/>
                  </a:lnTo>
                  <a:lnTo>
                    <a:pt x="376948" y="67310"/>
                  </a:lnTo>
                  <a:lnTo>
                    <a:pt x="368820" y="60960"/>
                  </a:lnTo>
                  <a:lnTo>
                    <a:pt x="369049" y="60960"/>
                  </a:lnTo>
                  <a:lnTo>
                    <a:pt x="360591" y="54610"/>
                  </a:lnTo>
                  <a:lnTo>
                    <a:pt x="360832" y="54610"/>
                  </a:lnTo>
                  <a:lnTo>
                    <a:pt x="352044" y="48260"/>
                  </a:lnTo>
                  <a:lnTo>
                    <a:pt x="352297" y="48260"/>
                  </a:lnTo>
                  <a:lnTo>
                    <a:pt x="343204" y="43180"/>
                  </a:lnTo>
                  <a:lnTo>
                    <a:pt x="343471" y="43180"/>
                  </a:lnTo>
                  <a:lnTo>
                    <a:pt x="334086" y="38100"/>
                  </a:lnTo>
                  <a:lnTo>
                    <a:pt x="334352" y="38100"/>
                  </a:lnTo>
                  <a:lnTo>
                    <a:pt x="324688" y="33019"/>
                  </a:lnTo>
                  <a:lnTo>
                    <a:pt x="324967" y="33019"/>
                  </a:lnTo>
                  <a:lnTo>
                    <a:pt x="315036" y="29210"/>
                  </a:lnTo>
                  <a:lnTo>
                    <a:pt x="315315" y="29210"/>
                  </a:lnTo>
                  <a:lnTo>
                    <a:pt x="305142" y="25400"/>
                  </a:lnTo>
                  <a:lnTo>
                    <a:pt x="305434" y="25400"/>
                  </a:lnTo>
                  <a:lnTo>
                    <a:pt x="295021" y="21589"/>
                  </a:lnTo>
                  <a:lnTo>
                    <a:pt x="295313" y="21589"/>
                  </a:lnTo>
                  <a:lnTo>
                    <a:pt x="284683" y="19050"/>
                  </a:lnTo>
                  <a:lnTo>
                    <a:pt x="284988" y="19050"/>
                  </a:lnTo>
                  <a:lnTo>
                    <a:pt x="274142" y="16510"/>
                  </a:lnTo>
                  <a:lnTo>
                    <a:pt x="274447" y="16510"/>
                  </a:lnTo>
                  <a:lnTo>
                    <a:pt x="263410" y="13969"/>
                  </a:lnTo>
                  <a:lnTo>
                    <a:pt x="258216" y="13969"/>
                  </a:lnTo>
                  <a:lnTo>
                    <a:pt x="252577" y="12700"/>
                  </a:lnTo>
                  <a:lnTo>
                    <a:pt x="309562" y="12700"/>
                  </a:lnTo>
                  <a:lnTo>
                    <a:pt x="320027" y="16510"/>
                  </a:lnTo>
                  <a:lnTo>
                    <a:pt x="359168" y="38100"/>
                  </a:lnTo>
                  <a:lnTo>
                    <a:pt x="385267" y="58419"/>
                  </a:lnTo>
                  <a:lnTo>
                    <a:pt x="393268" y="64769"/>
                  </a:lnTo>
                  <a:lnTo>
                    <a:pt x="400900" y="73660"/>
                  </a:lnTo>
                  <a:lnTo>
                    <a:pt x="384289" y="73660"/>
                  </a:lnTo>
                  <a:lnTo>
                    <a:pt x="384505" y="74930"/>
                  </a:lnTo>
                  <a:close/>
                </a:path>
                <a:path w="461009" h="449580">
                  <a:moveTo>
                    <a:pt x="76238" y="74930"/>
                  </a:moveTo>
                  <a:lnTo>
                    <a:pt x="76453" y="73660"/>
                  </a:lnTo>
                  <a:lnTo>
                    <a:pt x="77535" y="73660"/>
                  </a:lnTo>
                  <a:lnTo>
                    <a:pt x="76238" y="74930"/>
                  </a:lnTo>
                  <a:close/>
                </a:path>
                <a:path w="461009" h="449580">
                  <a:moveTo>
                    <a:pt x="398551" y="90169"/>
                  </a:moveTo>
                  <a:lnTo>
                    <a:pt x="391502" y="81280"/>
                  </a:lnTo>
                  <a:lnTo>
                    <a:pt x="391706" y="81280"/>
                  </a:lnTo>
                  <a:lnTo>
                    <a:pt x="384289" y="73660"/>
                  </a:lnTo>
                  <a:lnTo>
                    <a:pt x="400900" y="73660"/>
                  </a:lnTo>
                  <a:lnTo>
                    <a:pt x="408152" y="81280"/>
                  </a:lnTo>
                  <a:lnTo>
                    <a:pt x="414020" y="88900"/>
                  </a:lnTo>
                  <a:lnTo>
                    <a:pt x="398348" y="88900"/>
                  </a:lnTo>
                  <a:lnTo>
                    <a:pt x="398551" y="90169"/>
                  </a:lnTo>
                  <a:close/>
                </a:path>
                <a:path w="461009" h="449580">
                  <a:moveTo>
                    <a:pt x="62204" y="90169"/>
                  </a:moveTo>
                  <a:lnTo>
                    <a:pt x="62395" y="88900"/>
                  </a:lnTo>
                  <a:lnTo>
                    <a:pt x="63209" y="88900"/>
                  </a:lnTo>
                  <a:lnTo>
                    <a:pt x="62204" y="90169"/>
                  </a:lnTo>
                  <a:close/>
                </a:path>
                <a:path w="461009" h="449580">
                  <a:moveTo>
                    <a:pt x="434987" y="152400"/>
                  </a:moveTo>
                  <a:lnTo>
                    <a:pt x="430974" y="142239"/>
                  </a:lnTo>
                  <a:lnTo>
                    <a:pt x="431101" y="142239"/>
                  </a:lnTo>
                  <a:lnTo>
                    <a:pt x="426605" y="132080"/>
                  </a:lnTo>
                  <a:lnTo>
                    <a:pt x="426745" y="132080"/>
                  </a:lnTo>
                  <a:lnTo>
                    <a:pt x="421805" y="123189"/>
                  </a:lnTo>
                  <a:lnTo>
                    <a:pt x="421957" y="123189"/>
                  </a:lnTo>
                  <a:lnTo>
                    <a:pt x="416559" y="114300"/>
                  </a:lnTo>
                  <a:lnTo>
                    <a:pt x="416725" y="114300"/>
                  </a:lnTo>
                  <a:lnTo>
                    <a:pt x="410895" y="105410"/>
                  </a:lnTo>
                  <a:lnTo>
                    <a:pt x="411060" y="105410"/>
                  </a:lnTo>
                  <a:lnTo>
                    <a:pt x="404812" y="97789"/>
                  </a:lnTo>
                  <a:lnTo>
                    <a:pt x="405003" y="97789"/>
                  </a:lnTo>
                  <a:lnTo>
                    <a:pt x="398348" y="88900"/>
                  </a:lnTo>
                  <a:lnTo>
                    <a:pt x="414020" y="88900"/>
                  </a:lnTo>
                  <a:lnTo>
                    <a:pt x="438073" y="127000"/>
                  </a:lnTo>
                  <a:lnTo>
                    <a:pt x="448181" y="151130"/>
                  </a:lnTo>
                  <a:lnTo>
                    <a:pt x="434873" y="151130"/>
                  </a:lnTo>
                  <a:lnTo>
                    <a:pt x="434987" y="152400"/>
                  </a:lnTo>
                  <a:close/>
                </a:path>
                <a:path w="461009" h="449580">
                  <a:moveTo>
                    <a:pt x="25755" y="152400"/>
                  </a:moveTo>
                  <a:lnTo>
                    <a:pt x="25869" y="151130"/>
                  </a:lnTo>
                  <a:lnTo>
                    <a:pt x="26257" y="151130"/>
                  </a:lnTo>
                  <a:lnTo>
                    <a:pt x="25755" y="152400"/>
                  </a:lnTo>
                  <a:close/>
                </a:path>
                <a:path w="461009" h="449580">
                  <a:moveTo>
                    <a:pt x="460527" y="236219"/>
                  </a:moveTo>
                  <a:lnTo>
                    <a:pt x="447840" y="236219"/>
                  </a:lnTo>
                  <a:lnTo>
                    <a:pt x="448056" y="229869"/>
                  </a:lnTo>
                  <a:lnTo>
                    <a:pt x="448043" y="219710"/>
                  </a:lnTo>
                  <a:lnTo>
                    <a:pt x="447840" y="213360"/>
                  </a:lnTo>
                  <a:lnTo>
                    <a:pt x="447484" y="208280"/>
                  </a:lnTo>
                  <a:lnTo>
                    <a:pt x="446989" y="203200"/>
                  </a:lnTo>
                  <a:lnTo>
                    <a:pt x="446366" y="198119"/>
                  </a:lnTo>
                  <a:lnTo>
                    <a:pt x="445604" y="191769"/>
                  </a:lnTo>
                  <a:lnTo>
                    <a:pt x="444715" y="186689"/>
                  </a:lnTo>
                  <a:lnTo>
                    <a:pt x="443687" y="181610"/>
                  </a:lnTo>
                  <a:lnTo>
                    <a:pt x="441236" y="171450"/>
                  </a:lnTo>
                  <a:lnTo>
                    <a:pt x="438302" y="161289"/>
                  </a:lnTo>
                  <a:lnTo>
                    <a:pt x="434873" y="151130"/>
                  </a:lnTo>
                  <a:lnTo>
                    <a:pt x="448181" y="151130"/>
                  </a:lnTo>
                  <a:lnTo>
                    <a:pt x="450443" y="157480"/>
                  </a:lnTo>
                  <a:lnTo>
                    <a:pt x="453555" y="168910"/>
                  </a:lnTo>
                  <a:lnTo>
                    <a:pt x="456133" y="179069"/>
                  </a:lnTo>
                  <a:lnTo>
                    <a:pt x="457212" y="184150"/>
                  </a:lnTo>
                  <a:lnTo>
                    <a:pt x="458165" y="190500"/>
                  </a:lnTo>
                  <a:lnTo>
                    <a:pt x="458965" y="195580"/>
                  </a:lnTo>
                  <a:lnTo>
                    <a:pt x="460146" y="207010"/>
                  </a:lnTo>
                  <a:lnTo>
                    <a:pt x="460527" y="213360"/>
                  </a:lnTo>
                  <a:lnTo>
                    <a:pt x="460743" y="218439"/>
                  </a:lnTo>
                  <a:lnTo>
                    <a:pt x="460743" y="229869"/>
                  </a:lnTo>
                  <a:lnTo>
                    <a:pt x="460527" y="236219"/>
                  </a:lnTo>
                  <a:close/>
                </a:path>
                <a:path w="461009" h="449580">
                  <a:moveTo>
                    <a:pt x="12974" y="236219"/>
                  </a:moveTo>
                  <a:lnTo>
                    <a:pt x="12903" y="234950"/>
                  </a:lnTo>
                  <a:lnTo>
                    <a:pt x="12974" y="236219"/>
                  </a:lnTo>
                  <a:close/>
                </a:path>
                <a:path w="461009" h="449580">
                  <a:moveTo>
                    <a:pt x="457450" y="262889"/>
                  </a:moveTo>
                  <a:lnTo>
                    <a:pt x="444715" y="262889"/>
                  </a:lnTo>
                  <a:lnTo>
                    <a:pt x="445630" y="256539"/>
                  </a:lnTo>
                  <a:lnTo>
                    <a:pt x="446379" y="251460"/>
                  </a:lnTo>
                  <a:lnTo>
                    <a:pt x="447001" y="246380"/>
                  </a:lnTo>
                  <a:lnTo>
                    <a:pt x="447497" y="241300"/>
                  </a:lnTo>
                  <a:lnTo>
                    <a:pt x="447840" y="234950"/>
                  </a:lnTo>
                  <a:lnTo>
                    <a:pt x="447840" y="236219"/>
                  </a:lnTo>
                  <a:lnTo>
                    <a:pt x="460527" y="236219"/>
                  </a:lnTo>
                  <a:lnTo>
                    <a:pt x="460146" y="242569"/>
                  </a:lnTo>
                  <a:lnTo>
                    <a:pt x="458965" y="254000"/>
                  </a:lnTo>
                  <a:lnTo>
                    <a:pt x="458165" y="259080"/>
                  </a:lnTo>
                  <a:lnTo>
                    <a:pt x="457450" y="262889"/>
                  </a:lnTo>
                  <a:close/>
                </a:path>
                <a:path w="461009" h="449580">
                  <a:moveTo>
                    <a:pt x="16212" y="262889"/>
                  </a:moveTo>
                  <a:lnTo>
                    <a:pt x="16040" y="262889"/>
                  </a:lnTo>
                  <a:lnTo>
                    <a:pt x="16002" y="261619"/>
                  </a:lnTo>
                  <a:lnTo>
                    <a:pt x="16212" y="262889"/>
                  </a:lnTo>
                  <a:close/>
                </a:path>
                <a:path w="461009" h="449580">
                  <a:moveTo>
                    <a:pt x="456565" y="267969"/>
                  </a:moveTo>
                  <a:lnTo>
                    <a:pt x="443687" y="267969"/>
                  </a:lnTo>
                  <a:lnTo>
                    <a:pt x="444741" y="261619"/>
                  </a:lnTo>
                  <a:lnTo>
                    <a:pt x="444715" y="262889"/>
                  </a:lnTo>
                  <a:lnTo>
                    <a:pt x="457450" y="262889"/>
                  </a:lnTo>
                  <a:lnTo>
                    <a:pt x="457212" y="264160"/>
                  </a:lnTo>
                  <a:lnTo>
                    <a:pt x="456565" y="267969"/>
                  </a:lnTo>
                  <a:close/>
                </a:path>
                <a:path w="461009" h="449580">
                  <a:moveTo>
                    <a:pt x="17283" y="267969"/>
                  </a:moveTo>
                  <a:lnTo>
                    <a:pt x="17056" y="267969"/>
                  </a:lnTo>
                  <a:lnTo>
                    <a:pt x="17005" y="266700"/>
                  </a:lnTo>
                  <a:lnTo>
                    <a:pt x="17283" y="267969"/>
                  </a:lnTo>
                  <a:close/>
                </a:path>
                <a:path w="461009" h="449580">
                  <a:moveTo>
                    <a:pt x="448181" y="298450"/>
                  </a:moveTo>
                  <a:lnTo>
                    <a:pt x="434873" y="298450"/>
                  </a:lnTo>
                  <a:lnTo>
                    <a:pt x="438391" y="288289"/>
                  </a:lnTo>
                  <a:lnTo>
                    <a:pt x="441325" y="278130"/>
                  </a:lnTo>
                  <a:lnTo>
                    <a:pt x="443738" y="266700"/>
                  </a:lnTo>
                  <a:lnTo>
                    <a:pt x="443687" y="267969"/>
                  </a:lnTo>
                  <a:lnTo>
                    <a:pt x="456565" y="267969"/>
                  </a:lnTo>
                  <a:lnTo>
                    <a:pt x="456133" y="270510"/>
                  </a:lnTo>
                  <a:lnTo>
                    <a:pt x="453555" y="280669"/>
                  </a:lnTo>
                  <a:lnTo>
                    <a:pt x="450443" y="292100"/>
                  </a:lnTo>
                  <a:lnTo>
                    <a:pt x="448181" y="298450"/>
                  </a:lnTo>
                  <a:close/>
                </a:path>
                <a:path w="461009" h="449580">
                  <a:moveTo>
                    <a:pt x="26257" y="298450"/>
                  </a:moveTo>
                  <a:lnTo>
                    <a:pt x="25869" y="298450"/>
                  </a:lnTo>
                  <a:lnTo>
                    <a:pt x="25755" y="297180"/>
                  </a:lnTo>
                  <a:lnTo>
                    <a:pt x="26257" y="298450"/>
                  </a:lnTo>
                  <a:close/>
                </a:path>
                <a:path w="461009" h="449580">
                  <a:moveTo>
                    <a:pt x="440385" y="317500"/>
                  </a:moveTo>
                  <a:lnTo>
                    <a:pt x="426605" y="317500"/>
                  </a:lnTo>
                  <a:lnTo>
                    <a:pt x="431101" y="307339"/>
                  </a:lnTo>
                  <a:lnTo>
                    <a:pt x="430974" y="307339"/>
                  </a:lnTo>
                  <a:lnTo>
                    <a:pt x="434987" y="297180"/>
                  </a:lnTo>
                  <a:lnTo>
                    <a:pt x="434873" y="298450"/>
                  </a:lnTo>
                  <a:lnTo>
                    <a:pt x="448181" y="298450"/>
                  </a:lnTo>
                  <a:lnTo>
                    <a:pt x="446824" y="302260"/>
                  </a:lnTo>
                  <a:lnTo>
                    <a:pt x="442696" y="312419"/>
                  </a:lnTo>
                  <a:lnTo>
                    <a:pt x="440385" y="317500"/>
                  </a:lnTo>
                  <a:close/>
                </a:path>
                <a:path w="461009" h="449580">
                  <a:moveTo>
                    <a:pt x="34617" y="317500"/>
                  </a:moveTo>
                  <a:lnTo>
                    <a:pt x="34137" y="317500"/>
                  </a:lnTo>
                  <a:lnTo>
                    <a:pt x="33997" y="316230"/>
                  </a:lnTo>
                  <a:lnTo>
                    <a:pt x="34617" y="317500"/>
                  </a:lnTo>
                  <a:close/>
                </a:path>
                <a:path w="461009" h="449580">
                  <a:moveTo>
                    <a:pt x="425705" y="344169"/>
                  </a:moveTo>
                  <a:lnTo>
                    <a:pt x="410895" y="344169"/>
                  </a:lnTo>
                  <a:lnTo>
                    <a:pt x="416725" y="335280"/>
                  </a:lnTo>
                  <a:lnTo>
                    <a:pt x="416559" y="335280"/>
                  </a:lnTo>
                  <a:lnTo>
                    <a:pt x="421957" y="326389"/>
                  </a:lnTo>
                  <a:lnTo>
                    <a:pt x="421805" y="326389"/>
                  </a:lnTo>
                  <a:lnTo>
                    <a:pt x="426745" y="316230"/>
                  </a:lnTo>
                  <a:lnTo>
                    <a:pt x="426605" y="317500"/>
                  </a:lnTo>
                  <a:lnTo>
                    <a:pt x="440385" y="317500"/>
                  </a:lnTo>
                  <a:lnTo>
                    <a:pt x="438073" y="322580"/>
                  </a:lnTo>
                  <a:lnTo>
                    <a:pt x="432981" y="332739"/>
                  </a:lnTo>
                  <a:lnTo>
                    <a:pt x="427418" y="341630"/>
                  </a:lnTo>
                  <a:lnTo>
                    <a:pt x="425705" y="344169"/>
                  </a:lnTo>
                  <a:close/>
                </a:path>
                <a:path w="461009" h="449580">
                  <a:moveTo>
                    <a:pt x="50575" y="344169"/>
                  </a:moveTo>
                  <a:lnTo>
                    <a:pt x="49860" y="344169"/>
                  </a:lnTo>
                  <a:lnTo>
                    <a:pt x="49682" y="342900"/>
                  </a:lnTo>
                  <a:lnTo>
                    <a:pt x="50575" y="344169"/>
                  </a:lnTo>
                  <a:close/>
                </a:path>
                <a:path w="461009" h="449580">
                  <a:moveTo>
                    <a:pt x="408152" y="368300"/>
                  </a:moveTo>
                  <a:lnTo>
                    <a:pt x="391502" y="368300"/>
                  </a:lnTo>
                  <a:lnTo>
                    <a:pt x="398551" y="359410"/>
                  </a:lnTo>
                  <a:lnTo>
                    <a:pt x="398348" y="359410"/>
                  </a:lnTo>
                  <a:lnTo>
                    <a:pt x="405003" y="351789"/>
                  </a:lnTo>
                  <a:lnTo>
                    <a:pt x="404812" y="351789"/>
                  </a:lnTo>
                  <a:lnTo>
                    <a:pt x="411060" y="342900"/>
                  </a:lnTo>
                  <a:lnTo>
                    <a:pt x="410895" y="344169"/>
                  </a:lnTo>
                  <a:lnTo>
                    <a:pt x="425705" y="344169"/>
                  </a:lnTo>
                  <a:lnTo>
                    <a:pt x="421424" y="350519"/>
                  </a:lnTo>
                  <a:lnTo>
                    <a:pt x="414997" y="359410"/>
                  </a:lnTo>
                  <a:lnTo>
                    <a:pt x="408152" y="368300"/>
                  </a:lnTo>
                  <a:close/>
                </a:path>
                <a:path w="461009" h="449580">
                  <a:moveTo>
                    <a:pt x="70273" y="368300"/>
                  </a:moveTo>
                  <a:lnTo>
                    <a:pt x="69240" y="368300"/>
                  </a:lnTo>
                  <a:lnTo>
                    <a:pt x="69037" y="367030"/>
                  </a:lnTo>
                  <a:lnTo>
                    <a:pt x="70273" y="368300"/>
                  </a:lnTo>
                  <a:close/>
                </a:path>
                <a:path w="461009" h="449580">
                  <a:moveTo>
                    <a:pt x="309562" y="436880"/>
                  </a:moveTo>
                  <a:lnTo>
                    <a:pt x="247065" y="436880"/>
                  </a:lnTo>
                  <a:lnTo>
                    <a:pt x="252742" y="435610"/>
                  </a:lnTo>
                  <a:lnTo>
                    <a:pt x="258051" y="435610"/>
                  </a:lnTo>
                  <a:lnTo>
                    <a:pt x="263639" y="434339"/>
                  </a:lnTo>
                  <a:lnTo>
                    <a:pt x="263410" y="434339"/>
                  </a:lnTo>
                  <a:lnTo>
                    <a:pt x="274447" y="433069"/>
                  </a:lnTo>
                  <a:lnTo>
                    <a:pt x="274142" y="433069"/>
                  </a:lnTo>
                  <a:lnTo>
                    <a:pt x="284988" y="430530"/>
                  </a:lnTo>
                  <a:lnTo>
                    <a:pt x="284683" y="430530"/>
                  </a:lnTo>
                  <a:lnTo>
                    <a:pt x="295313" y="427989"/>
                  </a:lnTo>
                  <a:lnTo>
                    <a:pt x="295021" y="427989"/>
                  </a:lnTo>
                  <a:lnTo>
                    <a:pt x="305434" y="424180"/>
                  </a:lnTo>
                  <a:lnTo>
                    <a:pt x="305142" y="424180"/>
                  </a:lnTo>
                  <a:lnTo>
                    <a:pt x="315315" y="420369"/>
                  </a:lnTo>
                  <a:lnTo>
                    <a:pt x="315036" y="420369"/>
                  </a:lnTo>
                  <a:lnTo>
                    <a:pt x="324967" y="416560"/>
                  </a:lnTo>
                  <a:lnTo>
                    <a:pt x="324688" y="416560"/>
                  </a:lnTo>
                  <a:lnTo>
                    <a:pt x="334352" y="411480"/>
                  </a:lnTo>
                  <a:lnTo>
                    <a:pt x="334086" y="411480"/>
                  </a:lnTo>
                  <a:lnTo>
                    <a:pt x="343471" y="406400"/>
                  </a:lnTo>
                  <a:lnTo>
                    <a:pt x="343204" y="406400"/>
                  </a:lnTo>
                  <a:lnTo>
                    <a:pt x="352297" y="401319"/>
                  </a:lnTo>
                  <a:lnTo>
                    <a:pt x="352044" y="401319"/>
                  </a:lnTo>
                  <a:lnTo>
                    <a:pt x="360832" y="394969"/>
                  </a:lnTo>
                  <a:lnTo>
                    <a:pt x="360591" y="394969"/>
                  </a:lnTo>
                  <a:lnTo>
                    <a:pt x="369049" y="388619"/>
                  </a:lnTo>
                  <a:lnTo>
                    <a:pt x="368820" y="388619"/>
                  </a:lnTo>
                  <a:lnTo>
                    <a:pt x="376948" y="382269"/>
                  </a:lnTo>
                  <a:lnTo>
                    <a:pt x="376720" y="382269"/>
                  </a:lnTo>
                  <a:lnTo>
                    <a:pt x="384505" y="374650"/>
                  </a:lnTo>
                  <a:lnTo>
                    <a:pt x="384289" y="374650"/>
                  </a:lnTo>
                  <a:lnTo>
                    <a:pt x="391706" y="367030"/>
                  </a:lnTo>
                  <a:lnTo>
                    <a:pt x="391502" y="368300"/>
                  </a:lnTo>
                  <a:lnTo>
                    <a:pt x="408152" y="368300"/>
                  </a:lnTo>
                  <a:lnTo>
                    <a:pt x="376910" y="398780"/>
                  </a:lnTo>
                  <a:lnTo>
                    <a:pt x="340169" y="422910"/>
                  </a:lnTo>
                  <a:lnTo>
                    <a:pt x="320027" y="431800"/>
                  </a:lnTo>
                  <a:lnTo>
                    <a:pt x="309562" y="436880"/>
                  </a:lnTo>
                  <a:close/>
                </a:path>
                <a:path w="461009" h="449580">
                  <a:moveTo>
                    <a:pt x="248081" y="449580"/>
                  </a:moveTo>
                  <a:lnTo>
                    <a:pt x="212661" y="449580"/>
                  </a:lnTo>
                  <a:lnTo>
                    <a:pt x="206832" y="448310"/>
                  </a:lnTo>
                  <a:lnTo>
                    <a:pt x="253911" y="448310"/>
                  </a:lnTo>
                  <a:lnTo>
                    <a:pt x="248081" y="449580"/>
                  </a:lnTo>
                  <a:close/>
                </a:path>
              </a:pathLst>
            </a:custGeom>
            <a:solidFill>
              <a:srgbClr val="A895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88694" y="184856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3224" y="1828114"/>
            <a:ext cx="1020444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技术</a:t>
            </a:r>
            <a:r>
              <a:rPr sz="2600" spc="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岗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>
            <p:custDataLst>
              <p:tags r:id="rId1"/>
            </p:custDataLst>
          </p:nvPr>
        </p:nvSpPr>
        <p:spPr>
          <a:xfrm>
            <a:off x="1126896" y="4478769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OP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>
            <p:custDataLst>
              <p:tags r:id="rId2"/>
            </p:custDataLst>
          </p:nvPr>
        </p:nvSpPr>
        <p:spPr>
          <a:xfrm>
            <a:off x="1670113" y="3975658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OP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>
            <p:custDataLst>
              <p:tags r:id="rId3"/>
            </p:custDataLst>
          </p:nvPr>
        </p:nvSpPr>
        <p:spPr>
          <a:xfrm>
            <a:off x="2175179" y="3522903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OP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>
            <p:custDataLst>
              <p:tags r:id="rId4"/>
            </p:custDataLst>
          </p:nvPr>
        </p:nvSpPr>
        <p:spPr>
          <a:xfrm>
            <a:off x="2781985" y="3115716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OP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>
            <p:custDataLst>
              <p:tags r:id="rId5"/>
            </p:custDataLst>
          </p:nvPr>
        </p:nvSpPr>
        <p:spPr>
          <a:xfrm>
            <a:off x="1773161" y="4414189"/>
            <a:ext cx="1372870" cy="552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lang="en-US"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430</a:t>
            </a:r>
            <a:endParaRPr lang="en-US" sz="3500" spc="15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>
            <p:custDataLst>
              <p:tags r:id="rId6"/>
            </p:custDataLst>
          </p:nvPr>
        </p:nvSpPr>
        <p:spPr>
          <a:xfrm>
            <a:off x="2358605" y="3926294"/>
            <a:ext cx="1372870" cy="552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lang="en-US"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63</a:t>
            </a:r>
            <a:r>
              <a:rPr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endParaRPr sz="35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>
            <p:custDataLst>
              <p:tags r:id="rId7"/>
            </p:custDataLst>
          </p:nvPr>
        </p:nvSpPr>
        <p:spPr>
          <a:xfrm>
            <a:off x="2839961" y="3458413"/>
            <a:ext cx="1372235" cy="551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sz="35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r>
              <a:rPr lang="en-US" sz="35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83</a:t>
            </a:r>
            <a:r>
              <a:rPr sz="35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0</a:t>
            </a:r>
            <a:endParaRPr sz="35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>
            <p:custDataLst>
              <p:tags r:id="rId8"/>
            </p:custDataLst>
          </p:nvPr>
        </p:nvSpPr>
        <p:spPr>
          <a:xfrm>
            <a:off x="3448087" y="2985947"/>
            <a:ext cx="1372870" cy="5530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lang="en-US"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3030</a:t>
            </a:r>
            <a:endParaRPr lang="en-US" sz="3500" spc="15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>
            <p:custDataLst>
              <p:tags r:id="rId9"/>
            </p:custDataLst>
          </p:nvPr>
        </p:nvSpPr>
        <p:spPr>
          <a:xfrm>
            <a:off x="6155016" y="4236034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OM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>
            <p:custDataLst>
              <p:tags r:id="rId10"/>
            </p:custDataLst>
          </p:nvPr>
        </p:nvSpPr>
        <p:spPr>
          <a:xfrm>
            <a:off x="6664261" y="3762590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OM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3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>
            <p:custDataLst>
              <p:tags r:id="rId11"/>
            </p:custDataLst>
          </p:nvPr>
        </p:nvSpPr>
        <p:spPr>
          <a:xfrm>
            <a:off x="7130212" y="3334156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OM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4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>
            <p:custDataLst>
              <p:tags r:id="rId12"/>
            </p:custDataLst>
          </p:nvPr>
        </p:nvSpPr>
        <p:spPr>
          <a:xfrm>
            <a:off x="7661668" y="2925114"/>
            <a:ext cx="52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OM</a:t>
            </a:r>
            <a:r>
              <a:rPr sz="26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5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>
            <p:custDataLst>
              <p:tags r:id="rId13"/>
            </p:custDataLst>
          </p:nvPr>
        </p:nvSpPr>
        <p:spPr>
          <a:xfrm>
            <a:off x="7130198" y="4185386"/>
            <a:ext cx="1372870" cy="561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2500</a:t>
            </a:r>
            <a:endParaRPr sz="35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>
            <p:custDataLst>
              <p:tags r:id="rId14"/>
            </p:custDataLst>
          </p:nvPr>
        </p:nvSpPr>
        <p:spPr>
          <a:xfrm>
            <a:off x="7589913" y="3728389"/>
            <a:ext cx="1372870" cy="561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2700</a:t>
            </a:r>
            <a:endParaRPr sz="35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>
            <p:custDataLst>
              <p:tags r:id="rId15"/>
            </p:custDataLst>
          </p:nvPr>
        </p:nvSpPr>
        <p:spPr>
          <a:xfrm>
            <a:off x="8060791" y="3302495"/>
            <a:ext cx="1372870" cy="561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2900</a:t>
            </a:r>
            <a:endParaRPr sz="35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>
            <p:custDataLst>
              <p:tags r:id="rId16"/>
            </p:custDataLst>
          </p:nvPr>
        </p:nvSpPr>
        <p:spPr>
          <a:xfrm>
            <a:off x="8503513" y="2858516"/>
            <a:ext cx="1372870" cy="561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325" spc="30" baseline="220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底薪</a:t>
            </a:r>
            <a:r>
              <a:rPr sz="35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3100</a:t>
            </a:r>
            <a:endParaRPr sz="35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76936" y="1825866"/>
            <a:ext cx="461009" cy="449580"/>
            <a:chOff x="6576936" y="1825866"/>
            <a:chExt cx="461009" cy="449580"/>
          </a:xfrm>
        </p:grpSpPr>
        <p:sp>
          <p:nvSpPr>
            <p:cNvPr id="27" name="object 27"/>
            <p:cNvSpPr/>
            <p:nvPr/>
          </p:nvSpPr>
          <p:spPr>
            <a:xfrm>
              <a:off x="6583680" y="1832216"/>
              <a:ext cx="448309" cy="438150"/>
            </a:xfrm>
            <a:custGeom>
              <a:avLst/>
              <a:gdLst/>
              <a:ahLst/>
              <a:cxnLst/>
              <a:rect l="l" t="t" r="r" b="b"/>
              <a:pathLst>
                <a:path w="448309" h="438150">
                  <a:moveTo>
                    <a:pt x="223634" y="437895"/>
                  </a:moveTo>
                  <a:lnTo>
                    <a:pt x="178469" y="433448"/>
                  </a:lnTo>
                  <a:lnTo>
                    <a:pt x="136408" y="420693"/>
                  </a:lnTo>
                  <a:lnTo>
                    <a:pt x="98358" y="400512"/>
                  </a:lnTo>
                  <a:lnTo>
                    <a:pt x="65225" y="373787"/>
                  </a:lnTo>
                  <a:lnTo>
                    <a:pt x="37917" y="341401"/>
                  </a:lnTo>
                  <a:lnTo>
                    <a:pt x="17338" y="304234"/>
                  </a:lnTo>
                  <a:lnTo>
                    <a:pt x="4397" y="263169"/>
                  </a:lnTo>
                  <a:lnTo>
                    <a:pt x="0" y="219087"/>
                  </a:lnTo>
                  <a:lnTo>
                    <a:pt x="4397" y="174917"/>
                  </a:lnTo>
                  <a:lnTo>
                    <a:pt x="17338" y="133784"/>
                  </a:lnTo>
                  <a:lnTo>
                    <a:pt x="37917" y="96568"/>
                  </a:lnTo>
                  <a:lnTo>
                    <a:pt x="65225" y="64147"/>
                  </a:lnTo>
                  <a:lnTo>
                    <a:pt x="98358" y="37401"/>
                  </a:lnTo>
                  <a:lnTo>
                    <a:pt x="136408" y="17208"/>
                  </a:lnTo>
                  <a:lnTo>
                    <a:pt x="178469" y="4448"/>
                  </a:lnTo>
                  <a:lnTo>
                    <a:pt x="223634" y="0"/>
                  </a:lnTo>
                  <a:lnTo>
                    <a:pt x="268796" y="4448"/>
                  </a:lnTo>
                  <a:lnTo>
                    <a:pt x="310860" y="17206"/>
                  </a:lnTo>
                  <a:lnTo>
                    <a:pt x="348925" y="37394"/>
                  </a:lnTo>
                  <a:lnTo>
                    <a:pt x="382090" y="64130"/>
                  </a:lnTo>
                  <a:lnTo>
                    <a:pt x="409454" y="96534"/>
                  </a:lnTo>
                  <a:lnTo>
                    <a:pt x="430115" y="133725"/>
                  </a:lnTo>
                  <a:lnTo>
                    <a:pt x="443173" y="174823"/>
                  </a:lnTo>
                  <a:lnTo>
                    <a:pt x="447725" y="218947"/>
                  </a:lnTo>
                  <a:lnTo>
                    <a:pt x="443173" y="263075"/>
                  </a:lnTo>
                  <a:lnTo>
                    <a:pt x="430115" y="304175"/>
                  </a:lnTo>
                  <a:lnTo>
                    <a:pt x="409454" y="341367"/>
                  </a:lnTo>
                  <a:lnTo>
                    <a:pt x="382090" y="373770"/>
                  </a:lnTo>
                  <a:lnTo>
                    <a:pt x="348925" y="400505"/>
                  </a:lnTo>
                  <a:lnTo>
                    <a:pt x="310860" y="420691"/>
                  </a:lnTo>
                  <a:lnTo>
                    <a:pt x="268796" y="433448"/>
                  </a:lnTo>
                  <a:lnTo>
                    <a:pt x="223634" y="437895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576936" y="1825866"/>
              <a:ext cx="461009" cy="449580"/>
            </a:xfrm>
            <a:custGeom>
              <a:avLst/>
              <a:gdLst/>
              <a:ahLst/>
              <a:cxnLst/>
              <a:rect l="l" t="t" r="r" b="b"/>
              <a:pathLst>
                <a:path w="461009" h="449580">
                  <a:moveTo>
                    <a:pt x="259702" y="448310"/>
                  </a:moveTo>
                  <a:lnTo>
                    <a:pt x="201053" y="448310"/>
                  </a:lnTo>
                  <a:lnTo>
                    <a:pt x="195275" y="447039"/>
                  </a:lnTo>
                  <a:lnTo>
                    <a:pt x="183972" y="445769"/>
                  </a:lnTo>
                  <a:lnTo>
                    <a:pt x="172821" y="443230"/>
                  </a:lnTo>
                  <a:lnTo>
                    <a:pt x="161886" y="439419"/>
                  </a:lnTo>
                  <a:lnTo>
                    <a:pt x="151180" y="436880"/>
                  </a:lnTo>
                  <a:lnTo>
                    <a:pt x="140715" y="431800"/>
                  </a:lnTo>
                  <a:lnTo>
                    <a:pt x="130517" y="427989"/>
                  </a:lnTo>
                  <a:lnTo>
                    <a:pt x="120573" y="422910"/>
                  </a:lnTo>
                  <a:lnTo>
                    <a:pt x="83845" y="398780"/>
                  </a:lnTo>
                  <a:lnTo>
                    <a:pt x="52603" y="368300"/>
                  </a:lnTo>
                  <a:lnTo>
                    <a:pt x="27774" y="332739"/>
                  </a:lnTo>
                  <a:lnTo>
                    <a:pt x="10299" y="292100"/>
                  </a:lnTo>
                  <a:lnTo>
                    <a:pt x="3530" y="264160"/>
                  </a:lnTo>
                  <a:lnTo>
                    <a:pt x="2590" y="259080"/>
                  </a:lnTo>
                  <a:lnTo>
                    <a:pt x="1777" y="254000"/>
                  </a:lnTo>
                  <a:lnTo>
                    <a:pt x="596" y="242569"/>
                  </a:lnTo>
                  <a:lnTo>
                    <a:pt x="228" y="236219"/>
                  </a:lnTo>
                  <a:lnTo>
                    <a:pt x="0" y="229869"/>
                  </a:lnTo>
                  <a:lnTo>
                    <a:pt x="0" y="218439"/>
                  </a:lnTo>
                  <a:lnTo>
                    <a:pt x="228" y="213360"/>
                  </a:lnTo>
                  <a:lnTo>
                    <a:pt x="596" y="207010"/>
                  </a:lnTo>
                  <a:lnTo>
                    <a:pt x="1777" y="195580"/>
                  </a:lnTo>
                  <a:lnTo>
                    <a:pt x="2590" y="190500"/>
                  </a:lnTo>
                  <a:lnTo>
                    <a:pt x="3530" y="184150"/>
                  </a:lnTo>
                  <a:lnTo>
                    <a:pt x="13931" y="147319"/>
                  </a:lnTo>
                  <a:lnTo>
                    <a:pt x="33324" y="107950"/>
                  </a:lnTo>
                  <a:lnTo>
                    <a:pt x="59842" y="73660"/>
                  </a:lnTo>
                  <a:lnTo>
                    <a:pt x="67475" y="64769"/>
                  </a:lnTo>
                  <a:lnTo>
                    <a:pt x="75476" y="58419"/>
                  </a:lnTo>
                  <a:lnTo>
                    <a:pt x="83845" y="50800"/>
                  </a:lnTo>
                  <a:lnTo>
                    <a:pt x="92544" y="44450"/>
                  </a:lnTo>
                  <a:lnTo>
                    <a:pt x="130517" y="21589"/>
                  </a:lnTo>
                  <a:lnTo>
                    <a:pt x="183972" y="3810"/>
                  </a:lnTo>
                  <a:lnTo>
                    <a:pt x="195275" y="2539"/>
                  </a:lnTo>
                  <a:lnTo>
                    <a:pt x="206832" y="0"/>
                  </a:lnTo>
                  <a:lnTo>
                    <a:pt x="253911" y="0"/>
                  </a:lnTo>
                  <a:lnTo>
                    <a:pt x="265480" y="2539"/>
                  </a:lnTo>
                  <a:lnTo>
                    <a:pt x="276783" y="3810"/>
                  </a:lnTo>
                  <a:lnTo>
                    <a:pt x="298856" y="8889"/>
                  </a:lnTo>
                  <a:lnTo>
                    <a:pt x="309562" y="12700"/>
                  </a:lnTo>
                  <a:lnTo>
                    <a:pt x="208165" y="12700"/>
                  </a:lnTo>
                  <a:lnTo>
                    <a:pt x="202539" y="13969"/>
                  </a:lnTo>
                  <a:lnTo>
                    <a:pt x="197345" y="13969"/>
                  </a:lnTo>
                  <a:lnTo>
                    <a:pt x="186308" y="16510"/>
                  </a:lnTo>
                  <a:lnTo>
                    <a:pt x="186613" y="16510"/>
                  </a:lnTo>
                  <a:lnTo>
                    <a:pt x="175767" y="19050"/>
                  </a:lnTo>
                  <a:lnTo>
                    <a:pt x="176072" y="19050"/>
                  </a:lnTo>
                  <a:lnTo>
                    <a:pt x="165430" y="21589"/>
                  </a:lnTo>
                  <a:lnTo>
                    <a:pt x="165734" y="21589"/>
                  </a:lnTo>
                  <a:lnTo>
                    <a:pt x="155321" y="25400"/>
                  </a:lnTo>
                  <a:lnTo>
                    <a:pt x="155600" y="25400"/>
                  </a:lnTo>
                  <a:lnTo>
                    <a:pt x="145427" y="29210"/>
                  </a:lnTo>
                  <a:lnTo>
                    <a:pt x="145707" y="29210"/>
                  </a:lnTo>
                  <a:lnTo>
                    <a:pt x="135788" y="33019"/>
                  </a:lnTo>
                  <a:lnTo>
                    <a:pt x="136067" y="33019"/>
                  </a:lnTo>
                  <a:lnTo>
                    <a:pt x="126403" y="38100"/>
                  </a:lnTo>
                  <a:lnTo>
                    <a:pt x="126669" y="38100"/>
                  </a:lnTo>
                  <a:lnTo>
                    <a:pt x="117284" y="43180"/>
                  </a:lnTo>
                  <a:lnTo>
                    <a:pt x="117538" y="43180"/>
                  </a:lnTo>
                  <a:lnTo>
                    <a:pt x="108445" y="48260"/>
                  </a:lnTo>
                  <a:lnTo>
                    <a:pt x="108699" y="48260"/>
                  </a:lnTo>
                  <a:lnTo>
                    <a:pt x="99923" y="54610"/>
                  </a:lnTo>
                  <a:lnTo>
                    <a:pt x="100164" y="54610"/>
                  </a:lnTo>
                  <a:lnTo>
                    <a:pt x="91694" y="60960"/>
                  </a:lnTo>
                  <a:lnTo>
                    <a:pt x="91935" y="60960"/>
                  </a:lnTo>
                  <a:lnTo>
                    <a:pt x="83794" y="67310"/>
                  </a:lnTo>
                  <a:lnTo>
                    <a:pt x="84023" y="67310"/>
                  </a:lnTo>
                  <a:lnTo>
                    <a:pt x="77535" y="73660"/>
                  </a:lnTo>
                  <a:lnTo>
                    <a:pt x="76453" y="73660"/>
                  </a:lnTo>
                  <a:lnTo>
                    <a:pt x="69037" y="81280"/>
                  </a:lnTo>
                  <a:lnTo>
                    <a:pt x="69240" y="81280"/>
                  </a:lnTo>
                  <a:lnTo>
                    <a:pt x="63209" y="88900"/>
                  </a:lnTo>
                  <a:lnTo>
                    <a:pt x="62395" y="88900"/>
                  </a:lnTo>
                  <a:lnTo>
                    <a:pt x="55740" y="97789"/>
                  </a:lnTo>
                  <a:lnTo>
                    <a:pt x="55930" y="97789"/>
                  </a:lnTo>
                  <a:lnTo>
                    <a:pt x="49682" y="105410"/>
                  </a:lnTo>
                  <a:lnTo>
                    <a:pt x="49860" y="105410"/>
                  </a:lnTo>
                  <a:lnTo>
                    <a:pt x="44030" y="114300"/>
                  </a:lnTo>
                  <a:lnTo>
                    <a:pt x="44196" y="114300"/>
                  </a:lnTo>
                  <a:lnTo>
                    <a:pt x="38798" y="123189"/>
                  </a:lnTo>
                  <a:lnTo>
                    <a:pt x="38950" y="123189"/>
                  </a:lnTo>
                  <a:lnTo>
                    <a:pt x="33997" y="132080"/>
                  </a:lnTo>
                  <a:lnTo>
                    <a:pt x="34137" y="132080"/>
                  </a:lnTo>
                  <a:lnTo>
                    <a:pt x="29654" y="142239"/>
                  </a:lnTo>
                  <a:lnTo>
                    <a:pt x="29781" y="142239"/>
                  </a:lnTo>
                  <a:lnTo>
                    <a:pt x="25768" y="151130"/>
                  </a:lnTo>
                  <a:lnTo>
                    <a:pt x="22351" y="161289"/>
                  </a:lnTo>
                  <a:lnTo>
                    <a:pt x="19430" y="171450"/>
                  </a:lnTo>
                  <a:lnTo>
                    <a:pt x="17005" y="181610"/>
                  </a:lnTo>
                  <a:lnTo>
                    <a:pt x="16014" y="186689"/>
                  </a:lnTo>
                  <a:lnTo>
                    <a:pt x="15125" y="191769"/>
                  </a:lnTo>
                  <a:lnTo>
                    <a:pt x="14363" y="198119"/>
                  </a:lnTo>
                  <a:lnTo>
                    <a:pt x="13741" y="203200"/>
                  </a:lnTo>
                  <a:lnTo>
                    <a:pt x="13271" y="208280"/>
                  </a:lnTo>
                  <a:lnTo>
                    <a:pt x="12903" y="213360"/>
                  </a:lnTo>
                  <a:lnTo>
                    <a:pt x="12743" y="218439"/>
                  </a:lnTo>
                  <a:lnTo>
                    <a:pt x="12700" y="229869"/>
                  </a:lnTo>
                  <a:lnTo>
                    <a:pt x="12872" y="234950"/>
                  </a:lnTo>
                  <a:lnTo>
                    <a:pt x="12976" y="236219"/>
                  </a:lnTo>
                  <a:lnTo>
                    <a:pt x="13271" y="241300"/>
                  </a:lnTo>
                  <a:lnTo>
                    <a:pt x="13754" y="246380"/>
                  </a:lnTo>
                  <a:lnTo>
                    <a:pt x="14389" y="251460"/>
                  </a:lnTo>
                  <a:lnTo>
                    <a:pt x="15151" y="256539"/>
                  </a:lnTo>
                  <a:lnTo>
                    <a:pt x="16040" y="262889"/>
                  </a:lnTo>
                  <a:lnTo>
                    <a:pt x="16222" y="262889"/>
                  </a:lnTo>
                  <a:lnTo>
                    <a:pt x="17056" y="267969"/>
                  </a:lnTo>
                  <a:lnTo>
                    <a:pt x="17283" y="267969"/>
                  </a:lnTo>
                  <a:lnTo>
                    <a:pt x="19507" y="278130"/>
                  </a:lnTo>
                  <a:lnTo>
                    <a:pt x="22453" y="288289"/>
                  </a:lnTo>
                  <a:lnTo>
                    <a:pt x="25869" y="298450"/>
                  </a:lnTo>
                  <a:lnTo>
                    <a:pt x="26269" y="298450"/>
                  </a:lnTo>
                  <a:lnTo>
                    <a:pt x="29781" y="307339"/>
                  </a:lnTo>
                  <a:lnTo>
                    <a:pt x="29654" y="307339"/>
                  </a:lnTo>
                  <a:lnTo>
                    <a:pt x="34137" y="317500"/>
                  </a:lnTo>
                  <a:lnTo>
                    <a:pt x="34617" y="317500"/>
                  </a:lnTo>
                  <a:lnTo>
                    <a:pt x="38950" y="326389"/>
                  </a:lnTo>
                  <a:lnTo>
                    <a:pt x="38798" y="326389"/>
                  </a:lnTo>
                  <a:lnTo>
                    <a:pt x="44196" y="335280"/>
                  </a:lnTo>
                  <a:lnTo>
                    <a:pt x="44030" y="335280"/>
                  </a:lnTo>
                  <a:lnTo>
                    <a:pt x="49860" y="344169"/>
                  </a:lnTo>
                  <a:lnTo>
                    <a:pt x="50575" y="344169"/>
                  </a:lnTo>
                  <a:lnTo>
                    <a:pt x="55930" y="351789"/>
                  </a:lnTo>
                  <a:lnTo>
                    <a:pt x="55740" y="351789"/>
                  </a:lnTo>
                  <a:lnTo>
                    <a:pt x="62395" y="359410"/>
                  </a:lnTo>
                  <a:lnTo>
                    <a:pt x="62204" y="359410"/>
                  </a:lnTo>
                  <a:lnTo>
                    <a:pt x="69240" y="368300"/>
                  </a:lnTo>
                  <a:lnTo>
                    <a:pt x="70273" y="368300"/>
                  </a:lnTo>
                  <a:lnTo>
                    <a:pt x="76453" y="374650"/>
                  </a:lnTo>
                  <a:lnTo>
                    <a:pt x="76238" y="374650"/>
                  </a:lnTo>
                  <a:lnTo>
                    <a:pt x="84023" y="382269"/>
                  </a:lnTo>
                  <a:lnTo>
                    <a:pt x="83794" y="382269"/>
                  </a:lnTo>
                  <a:lnTo>
                    <a:pt x="91935" y="388619"/>
                  </a:lnTo>
                  <a:lnTo>
                    <a:pt x="91694" y="388619"/>
                  </a:lnTo>
                  <a:lnTo>
                    <a:pt x="100164" y="394969"/>
                  </a:lnTo>
                  <a:lnTo>
                    <a:pt x="99923" y="394969"/>
                  </a:lnTo>
                  <a:lnTo>
                    <a:pt x="108699" y="401319"/>
                  </a:lnTo>
                  <a:lnTo>
                    <a:pt x="108445" y="401319"/>
                  </a:lnTo>
                  <a:lnTo>
                    <a:pt x="117538" y="406400"/>
                  </a:lnTo>
                  <a:lnTo>
                    <a:pt x="117284" y="406400"/>
                  </a:lnTo>
                  <a:lnTo>
                    <a:pt x="126669" y="411480"/>
                  </a:lnTo>
                  <a:lnTo>
                    <a:pt x="126403" y="411480"/>
                  </a:lnTo>
                  <a:lnTo>
                    <a:pt x="136067" y="416560"/>
                  </a:lnTo>
                  <a:lnTo>
                    <a:pt x="135788" y="416560"/>
                  </a:lnTo>
                  <a:lnTo>
                    <a:pt x="145707" y="420369"/>
                  </a:lnTo>
                  <a:lnTo>
                    <a:pt x="145427" y="420369"/>
                  </a:lnTo>
                  <a:lnTo>
                    <a:pt x="155600" y="424180"/>
                  </a:lnTo>
                  <a:lnTo>
                    <a:pt x="155321" y="424180"/>
                  </a:lnTo>
                  <a:lnTo>
                    <a:pt x="165734" y="427989"/>
                  </a:lnTo>
                  <a:lnTo>
                    <a:pt x="165430" y="427989"/>
                  </a:lnTo>
                  <a:lnTo>
                    <a:pt x="176072" y="430530"/>
                  </a:lnTo>
                  <a:lnTo>
                    <a:pt x="175767" y="430530"/>
                  </a:lnTo>
                  <a:lnTo>
                    <a:pt x="186613" y="433069"/>
                  </a:lnTo>
                  <a:lnTo>
                    <a:pt x="186308" y="433069"/>
                  </a:lnTo>
                  <a:lnTo>
                    <a:pt x="197345" y="434339"/>
                  </a:lnTo>
                  <a:lnTo>
                    <a:pt x="197103" y="434339"/>
                  </a:lnTo>
                  <a:lnTo>
                    <a:pt x="202691" y="435610"/>
                  </a:lnTo>
                  <a:lnTo>
                    <a:pt x="208013" y="435610"/>
                  </a:lnTo>
                  <a:lnTo>
                    <a:pt x="213677" y="436880"/>
                  </a:lnTo>
                  <a:lnTo>
                    <a:pt x="309562" y="436880"/>
                  </a:lnTo>
                  <a:lnTo>
                    <a:pt x="298856" y="439419"/>
                  </a:lnTo>
                  <a:lnTo>
                    <a:pt x="287934" y="443230"/>
                  </a:lnTo>
                  <a:lnTo>
                    <a:pt x="276783" y="445769"/>
                  </a:lnTo>
                  <a:lnTo>
                    <a:pt x="265480" y="447039"/>
                  </a:lnTo>
                  <a:lnTo>
                    <a:pt x="259702" y="448310"/>
                  </a:lnTo>
                  <a:close/>
                </a:path>
                <a:path w="461009" h="449580">
                  <a:moveTo>
                    <a:pt x="384505" y="74930"/>
                  </a:moveTo>
                  <a:lnTo>
                    <a:pt x="376720" y="67310"/>
                  </a:lnTo>
                  <a:lnTo>
                    <a:pt x="376948" y="67310"/>
                  </a:lnTo>
                  <a:lnTo>
                    <a:pt x="368820" y="60960"/>
                  </a:lnTo>
                  <a:lnTo>
                    <a:pt x="369061" y="60960"/>
                  </a:lnTo>
                  <a:lnTo>
                    <a:pt x="360591" y="54610"/>
                  </a:lnTo>
                  <a:lnTo>
                    <a:pt x="360832" y="54610"/>
                  </a:lnTo>
                  <a:lnTo>
                    <a:pt x="352044" y="48260"/>
                  </a:lnTo>
                  <a:lnTo>
                    <a:pt x="352298" y="48260"/>
                  </a:lnTo>
                  <a:lnTo>
                    <a:pt x="343204" y="43180"/>
                  </a:lnTo>
                  <a:lnTo>
                    <a:pt x="343471" y="43180"/>
                  </a:lnTo>
                  <a:lnTo>
                    <a:pt x="334086" y="38100"/>
                  </a:lnTo>
                  <a:lnTo>
                    <a:pt x="334352" y="38100"/>
                  </a:lnTo>
                  <a:lnTo>
                    <a:pt x="324688" y="33019"/>
                  </a:lnTo>
                  <a:lnTo>
                    <a:pt x="324967" y="33019"/>
                  </a:lnTo>
                  <a:lnTo>
                    <a:pt x="315036" y="29210"/>
                  </a:lnTo>
                  <a:lnTo>
                    <a:pt x="315328" y="29210"/>
                  </a:lnTo>
                  <a:lnTo>
                    <a:pt x="305142" y="25400"/>
                  </a:lnTo>
                  <a:lnTo>
                    <a:pt x="305434" y="25400"/>
                  </a:lnTo>
                  <a:lnTo>
                    <a:pt x="295021" y="21589"/>
                  </a:lnTo>
                  <a:lnTo>
                    <a:pt x="295313" y="21589"/>
                  </a:lnTo>
                  <a:lnTo>
                    <a:pt x="284683" y="19050"/>
                  </a:lnTo>
                  <a:lnTo>
                    <a:pt x="284987" y="19050"/>
                  </a:lnTo>
                  <a:lnTo>
                    <a:pt x="274142" y="16510"/>
                  </a:lnTo>
                  <a:lnTo>
                    <a:pt x="274447" y="16510"/>
                  </a:lnTo>
                  <a:lnTo>
                    <a:pt x="263410" y="13969"/>
                  </a:lnTo>
                  <a:lnTo>
                    <a:pt x="258216" y="13969"/>
                  </a:lnTo>
                  <a:lnTo>
                    <a:pt x="252590" y="12700"/>
                  </a:lnTo>
                  <a:lnTo>
                    <a:pt x="309562" y="12700"/>
                  </a:lnTo>
                  <a:lnTo>
                    <a:pt x="320027" y="16510"/>
                  </a:lnTo>
                  <a:lnTo>
                    <a:pt x="359168" y="38100"/>
                  </a:lnTo>
                  <a:lnTo>
                    <a:pt x="385267" y="58419"/>
                  </a:lnTo>
                  <a:lnTo>
                    <a:pt x="393280" y="64769"/>
                  </a:lnTo>
                  <a:lnTo>
                    <a:pt x="400913" y="73660"/>
                  </a:lnTo>
                  <a:lnTo>
                    <a:pt x="384289" y="73660"/>
                  </a:lnTo>
                  <a:lnTo>
                    <a:pt x="384505" y="74930"/>
                  </a:lnTo>
                  <a:close/>
                </a:path>
                <a:path w="461009" h="449580">
                  <a:moveTo>
                    <a:pt x="76238" y="74930"/>
                  </a:moveTo>
                  <a:lnTo>
                    <a:pt x="76453" y="73660"/>
                  </a:lnTo>
                  <a:lnTo>
                    <a:pt x="77535" y="73660"/>
                  </a:lnTo>
                  <a:lnTo>
                    <a:pt x="76238" y="74930"/>
                  </a:lnTo>
                  <a:close/>
                </a:path>
                <a:path w="461009" h="449580">
                  <a:moveTo>
                    <a:pt x="398551" y="90169"/>
                  </a:moveTo>
                  <a:lnTo>
                    <a:pt x="391502" y="81280"/>
                  </a:lnTo>
                  <a:lnTo>
                    <a:pt x="391718" y="81280"/>
                  </a:lnTo>
                  <a:lnTo>
                    <a:pt x="384289" y="73660"/>
                  </a:lnTo>
                  <a:lnTo>
                    <a:pt x="400913" y="73660"/>
                  </a:lnTo>
                  <a:lnTo>
                    <a:pt x="408152" y="81280"/>
                  </a:lnTo>
                  <a:lnTo>
                    <a:pt x="414020" y="88900"/>
                  </a:lnTo>
                  <a:lnTo>
                    <a:pt x="398348" y="88900"/>
                  </a:lnTo>
                  <a:lnTo>
                    <a:pt x="398551" y="90169"/>
                  </a:lnTo>
                  <a:close/>
                </a:path>
                <a:path w="461009" h="449580">
                  <a:moveTo>
                    <a:pt x="62204" y="90169"/>
                  </a:moveTo>
                  <a:lnTo>
                    <a:pt x="62395" y="88900"/>
                  </a:lnTo>
                  <a:lnTo>
                    <a:pt x="63209" y="88900"/>
                  </a:lnTo>
                  <a:lnTo>
                    <a:pt x="62204" y="90169"/>
                  </a:lnTo>
                  <a:close/>
                </a:path>
                <a:path w="461009" h="449580">
                  <a:moveTo>
                    <a:pt x="460527" y="236219"/>
                  </a:moveTo>
                  <a:lnTo>
                    <a:pt x="447840" y="236219"/>
                  </a:lnTo>
                  <a:lnTo>
                    <a:pt x="448055" y="229869"/>
                  </a:lnTo>
                  <a:lnTo>
                    <a:pt x="448012" y="218439"/>
                  </a:lnTo>
                  <a:lnTo>
                    <a:pt x="447840" y="213360"/>
                  </a:lnTo>
                  <a:lnTo>
                    <a:pt x="447484" y="208280"/>
                  </a:lnTo>
                  <a:lnTo>
                    <a:pt x="446989" y="203200"/>
                  </a:lnTo>
                  <a:lnTo>
                    <a:pt x="446366" y="198119"/>
                  </a:lnTo>
                  <a:lnTo>
                    <a:pt x="445604" y="191769"/>
                  </a:lnTo>
                  <a:lnTo>
                    <a:pt x="444715" y="186689"/>
                  </a:lnTo>
                  <a:lnTo>
                    <a:pt x="443687" y="181610"/>
                  </a:lnTo>
                  <a:lnTo>
                    <a:pt x="441236" y="171450"/>
                  </a:lnTo>
                  <a:lnTo>
                    <a:pt x="438302" y="161289"/>
                  </a:lnTo>
                  <a:lnTo>
                    <a:pt x="434873" y="151130"/>
                  </a:lnTo>
                  <a:lnTo>
                    <a:pt x="430974" y="142239"/>
                  </a:lnTo>
                  <a:lnTo>
                    <a:pt x="426618" y="132080"/>
                  </a:lnTo>
                  <a:lnTo>
                    <a:pt x="421805" y="123189"/>
                  </a:lnTo>
                  <a:lnTo>
                    <a:pt x="421957" y="123189"/>
                  </a:lnTo>
                  <a:lnTo>
                    <a:pt x="416559" y="114300"/>
                  </a:lnTo>
                  <a:lnTo>
                    <a:pt x="416725" y="114300"/>
                  </a:lnTo>
                  <a:lnTo>
                    <a:pt x="410895" y="105410"/>
                  </a:lnTo>
                  <a:lnTo>
                    <a:pt x="411073" y="105410"/>
                  </a:lnTo>
                  <a:lnTo>
                    <a:pt x="404825" y="97789"/>
                  </a:lnTo>
                  <a:lnTo>
                    <a:pt x="405002" y="97789"/>
                  </a:lnTo>
                  <a:lnTo>
                    <a:pt x="398348" y="88900"/>
                  </a:lnTo>
                  <a:lnTo>
                    <a:pt x="414020" y="88900"/>
                  </a:lnTo>
                  <a:lnTo>
                    <a:pt x="414997" y="90169"/>
                  </a:lnTo>
                  <a:lnTo>
                    <a:pt x="438073" y="127000"/>
                  </a:lnTo>
                  <a:lnTo>
                    <a:pt x="453567" y="168910"/>
                  </a:lnTo>
                  <a:lnTo>
                    <a:pt x="458165" y="190500"/>
                  </a:lnTo>
                  <a:lnTo>
                    <a:pt x="458965" y="195580"/>
                  </a:lnTo>
                  <a:lnTo>
                    <a:pt x="460146" y="207010"/>
                  </a:lnTo>
                  <a:lnTo>
                    <a:pt x="460527" y="213360"/>
                  </a:lnTo>
                  <a:lnTo>
                    <a:pt x="460743" y="218439"/>
                  </a:lnTo>
                  <a:lnTo>
                    <a:pt x="460743" y="229869"/>
                  </a:lnTo>
                  <a:lnTo>
                    <a:pt x="460527" y="236219"/>
                  </a:lnTo>
                  <a:close/>
                </a:path>
                <a:path w="461009" h="449580">
                  <a:moveTo>
                    <a:pt x="12976" y="236219"/>
                  </a:moveTo>
                  <a:lnTo>
                    <a:pt x="12903" y="234950"/>
                  </a:lnTo>
                  <a:lnTo>
                    <a:pt x="12976" y="236219"/>
                  </a:lnTo>
                  <a:close/>
                </a:path>
                <a:path w="461009" h="449580">
                  <a:moveTo>
                    <a:pt x="457460" y="262889"/>
                  </a:moveTo>
                  <a:lnTo>
                    <a:pt x="444715" y="262889"/>
                  </a:lnTo>
                  <a:lnTo>
                    <a:pt x="445630" y="256539"/>
                  </a:lnTo>
                  <a:lnTo>
                    <a:pt x="446392" y="251460"/>
                  </a:lnTo>
                  <a:lnTo>
                    <a:pt x="447014" y="246380"/>
                  </a:lnTo>
                  <a:lnTo>
                    <a:pt x="447497" y="241300"/>
                  </a:lnTo>
                  <a:lnTo>
                    <a:pt x="447840" y="234950"/>
                  </a:lnTo>
                  <a:lnTo>
                    <a:pt x="447840" y="236219"/>
                  </a:lnTo>
                  <a:lnTo>
                    <a:pt x="460527" y="236219"/>
                  </a:lnTo>
                  <a:lnTo>
                    <a:pt x="460146" y="242569"/>
                  </a:lnTo>
                  <a:lnTo>
                    <a:pt x="459638" y="247650"/>
                  </a:lnTo>
                  <a:lnTo>
                    <a:pt x="458965" y="254000"/>
                  </a:lnTo>
                  <a:lnTo>
                    <a:pt x="458165" y="259080"/>
                  </a:lnTo>
                  <a:lnTo>
                    <a:pt x="457460" y="262889"/>
                  </a:lnTo>
                  <a:close/>
                </a:path>
                <a:path w="461009" h="449580">
                  <a:moveTo>
                    <a:pt x="16222" y="262889"/>
                  </a:moveTo>
                  <a:lnTo>
                    <a:pt x="16040" y="262889"/>
                  </a:lnTo>
                  <a:lnTo>
                    <a:pt x="16014" y="261619"/>
                  </a:lnTo>
                  <a:lnTo>
                    <a:pt x="16222" y="262889"/>
                  </a:lnTo>
                  <a:close/>
                </a:path>
                <a:path w="461009" h="449580">
                  <a:moveTo>
                    <a:pt x="456570" y="267969"/>
                  </a:moveTo>
                  <a:lnTo>
                    <a:pt x="443687" y="267969"/>
                  </a:lnTo>
                  <a:lnTo>
                    <a:pt x="444741" y="261619"/>
                  </a:lnTo>
                  <a:lnTo>
                    <a:pt x="444715" y="262889"/>
                  </a:lnTo>
                  <a:lnTo>
                    <a:pt x="457460" y="262889"/>
                  </a:lnTo>
                  <a:lnTo>
                    <a:pt x="456570" y="267969"/>
                  </a:lnTo>
                  <a:close/>
                </a:path>
                <a:path w="461009" h="449580">
                  <a:moveTo>
                    <a:pt x="17283" y="267969"/>
                  </a:moveTo>
                  <a:lnTo>
                    <a:pt x="17056" y="267969"/>
                  </a:lnTo>
                  <a:lnTo>
                    <a:pt x="17005" y="266700"/>
                  </a:lnTo>
                  <a:lnTo>
                    <a:pt x="17283" y="267969"/>
                  </a:lnTo>
                  <a:close/>
                </a:path>
                <a:path w="461009" h="449580">
                  <a:moveTo>
                    <a:pt x="448186" y="298450"/>
                  </a:moveTo>
                  <a:lnTo>
                    <a:pt x="434873" y="298450"/>
                  </a:lnTo>
                  <a:lnTo>
                    <a:pt x="438403" y="288289"/>
                  </a:lnTo>
                  <a:lnTo>
                    <a:pt x="441325" y="278130"/>
                  </a:lnTo>
                  <a:lnTo>
                    <a:pt x="443737" y="266700"/>
                  </a:lnTo>
                  <a:lnTo>
                    <a:pt x="443687" y="267969"/>
                  </a:lnTo>
                  <a:lnTo>
                    <a:pt x="456570" y="267969"/>
                  </a:lnTo>
                  <a:lnTo>
                    <a:pt x="456133" y="270510"/>
                  </a:lnTo>
                  <a:lnTo>
                    <a:pt x="453567" y="280669"/>
                  </a:lnTo>
                  <a:lnTo>
                    <a:pt x="450456" y="292100"/>
                  </a:lnTo>
                  <a:lnTo>
                    <a:pt x="448186" y="298450"/>
                  </a:lnTo>
                  <a:close/>
                </a:path>
                <a:path w="461009" h="449580">
                  <a:moveTo>
                    <a:pt x="26269" y="298450"/>
                  </a:moveTo>
                  <a:lnTo>
                    <a:pt x="25869" y="298450"/>
                  </a:lnTo>
                  <a:lnTo>
                    <a:pt x="25768" y="297180"/>
                  </a:lnTo>
                  <a:lnTo>
                    <a:pt x="26269" y="298450"/>
                  </a:lnTo>
                  <a:close/>
                </a:path>
                <a:path w="461009" h="449580">
                  <a:moveTo>
                    <a:pt x="440385" y="317500"/>
                  </a:moveTo>
                  <a:lnTo>
                    <a:pt x="426618" y="317500"/>
                  </a:lnTo>
                  <a:lnTo>
                    <a:pt x="431101" y="307339"/>
                  </a:lnTo>
                  <a:lnTo>
                    <a:pt x="434987" y="297180"/>
                  </a:lnTo>
                  <a:lnTo>
                    <a:pt x="434873" y="298450"/>
                  </a:lnTo>
                  <a:lnTo>
                    <a:pt x="448186" y="298450"/>
                  </a:lnTo>
                  <a:lnTo>
                    <a:pt x="446824" y="302260"/>
                  </a:lnTo>
                  <a:lnTo>
                    <a:pt x="442696" y="312419"/>
                  </a:lnTo>
                  <a:lnTo>
                    <a:pt x="440385" y="317500"/>
                  </a:lnTo>
                  <a:close/>
                </a:path>
                <a:path w="461009" h="449580">
                  <a:moveTo>
                    <a:pt x="34617" y="317500"/>
                  </a:moveTo>
                  <a:lnTo>
                    <a:pt x="34137" y="317500"/>
                  </a:lnTo>
                  <a:lnTo>
                    <a:pt x="33997" y="316230"/>
                  </a:lnTo>
                  <a:lnTo>
                    <a:pt x="34617" y="317500"/>
                  </a:lnTo>
                  <a:close/>
                </a:path>
                <a:path w="461009" h="449580">
                  <a:moveTo>
                    <a:pt x="425714" y="344169"/>
                  </a:moveTo>
                  <a:lnTo>
                    <a:pt x="410895" y="344169"/>
                  </a:lnTo>
                  <a:lnTo>
                    <a:pt x="416725" y="335280"/>
                  </a:lnTo>
                  <a:lnTo>
                    <a:pt x="416559" y="335280"/>
                  </a:lnTo>
                  <a:lnTo>
                    <a:pt x="421957" y="326389"/>
                  </a:lnTo>
                  <a:lnTo>
                    <a:pt x="421805" y="326389"/>
                  </a:lnTo>
                  <a:lnTo>
                    <a:pt x="426745" y="316230"/>
                  </a:lnTo>
                  <a:lnTo>
                    <a:pt x="426618" y="317500"/>
                  </a:lnTo>
                  <a:lnTo>
                    <a:pt x="440385" y="317500"/>
                  </a:lnTo>
                  <a:lnTo>
                    <a:pt x="438073" y="322580"/>
                  </a:lnTo>
                  <a:lnTo>
                    <a:pt x="432981" y="332739"/>
                  </a:lnTo>
                  <a:lnTo>
                    <a:pt x="427431" y="341630"/>
                  </a:lnTo>
                  <a:lnTo>
                    <a:pt x="425714" y="344169"/>
                  </a:lnTo>
                  <a:close/>
                </a:path>
                <a:path w="461009" h="449580">
                  <a:moveTo>
                    <a:pt x="50575" y="344169"/>
                  </a:moveTo>
                  <a:lnTo>
                    <a:pt x="49860" y="344169"/>
                  </a:lnTo>
                  <a:lnTo>
                    <a:pt x="49682" y="342900"/>
                  </a:lnTo>
                  <a:lnTo>
                    <a:pt x="50575" y="344169"/>
                  </a:lnTo>
                  <a:close/>
                </a:path>
                <a:path w="461009" h="449580">
                  <a:moveTo>
                    <a:pt x="408152" y="368300"/>
                  </a:moveTo>
                  <a:lnTo>
                    <a:pt x="391502" y="368300"/>
                  </a:lnTo>
                  <a:lnTo>
                    <a:pt x="398551" y="359410"/>
                  </a:lnTo>
                  <a:lnTo>
                    <a:pt x="398348" y="359410"/>
                  </a:lnTo>
                  <a:lnTo>
                    <a:pt x="405002" y="351789"/>
                  </a:lnTo>
                  <a:lnTo>
                    <a:pt x="404825" y="351789"/>
                  </a:lnTo>
                  <a:lnTo>
                    <a:pt x="411073" y="342900"/>
                  </a:lnTo>
                  <a:lnTo>
                    <a:pt x="410895" y="344169"/>
                  </a:lnTo>
                  <a:lnTo>
                    <a:pt x="425714" y="344169"/>
                  </a:lnTo>
                  <a:lnTo>
                    <a:pt x="421424" y="350519"/>
                  </a:lnTo>
                  <a:lnTo>
                    <a:pt x="414997" y="359410"/>
                  </a:lnTo>
                  <a:lnTo>
                    <a:pt x="408152" y="368300"/>
                  </a:lnTo>
                  <a:close/>
                </a:path>
                <a:path w="461009" h="449580">
                  <a:moveTo>
                    <a:pt x="70273" y="368300"/>
                  </a:moveTo>
                  <a:lnTo>
                    <a:pt x="69240" y="368300"/>
                  </a:lnTo>
                  <a:lnTo>
                    <a:pt x="69037" y="367030"/>
                  </a:lnTo>
                  <a:lnTo>
                    <a:pt x="70273" y="368300"/>
                  </a:lnTo>
                  <a:close/>
                </a:path>
                <a:path w="461009" h="449580">
                  <a:moveTo>
                    <a:pt x="309562" y="436880"/>
                  </a:moveTo>
                  <a:lnTo>
                    <a:pt x="247065" y="436880"/>
                  </a:lnTo>
                  <a:lnTo>
                    <a:pt x="252742" y="435610"/>
                  </a:lnTo>
                  <a:lnTo>
                    <a:pt x="258051" y="435610"/>
                  </a:lnTo>
                  <a:lnTo>
                    <a:pt x="263639" y="434339"/>
                  </a:lnTo>
                  <a:lnTo>
                    <a:pt x="263410" y="434339"/>
                  </a:lnTo>
                  <a:lnTo>
                    <a:pt x="274447" y="433069"/>
                  </a:lnTo>
                  <a:lnTo>
                    <a:pt x="274142" y="433069"/>
                  </a:lnTo>
                  <a:lnTo>
                    <a:pt x="284987" y="430530"/>
                  </a:lnTo>
                  <a:lnTo>
                    <a:pt x="284683" y="430530"/>
                  </a:lnTo>
                  <a:lnTo>
                    <a:pt x="295313" y="427989"/>
                  </a:lnTo>
                  <a:lnTo>
                    <a:pt x="295021" y="427989"/>
                  </a:lnTo>
                  <a:lnTo>
                    <a:pt x="305434" y="424180"/>
                  </a:lnTo>
                  <a:lnTo>
                    <a:pt x="305142" y="424180"/>
                  </a:lnTo>
                  <a:lnTo>
                    <a:pt x="315328" y="420369"/>
                  </a:lnTo>
                  <a:lnTo>
                    <a:pt x="315036" y="420369"/>
                  </a:lnTo>
                  <a:lnTo>
                    <a:pt x="324967" y="416560"/>
                  </a:lnTo>
                  <a:lnTo>
                    <a:pt x="324688" y="416560"/>
                  </a:lnTo>
                  <a:lnTo>
                    <a:pt x="334352" y="411480"/>
                  </a:lnTo>
                  <a:lnTo>
                    <a:pt x="334086" y="411480"/>
                  </a:lnTo>
                  <a:lnTo>
                    <a:pt x="343471" y="406400"/>
                  </a:lnTo>
                  <a:lnTo>
                    <a:pt x="343204" y="406400"/>
                  </a:lnTo>
                  <a:lnTo>
                    <a:pt x="352298" y="401319"/>
                  </a:lnTo>
                  <a:lnTo>
                    <a:pt x="352044" y="401319"/>
                  </a:lnTo>
                  <a:lnTo>
                    <a:pt x="360832" y="394969"/>
                  </a:lnTo>
                  <a:lnTo>
                    <a:pt x="360591" y="394969"/>
                  </a:lnTo>
                  <a:lnTo>
                    <a:pt x="369061" y="388619"/>
                  </a:lnTo>
                  <a:lnTo>
                    <a:pt x="368820" y="388619"/>
                  </a:lnTo>
                  <a:lnTo>
                    <a:pt x="376948" y="382269"/>
                  </a:lnTo>
                  <a:lnTo>
                    <a:pt x="376720" y="382269"/>
                  </a:lnTo>
                  <a:lnTo>
                    <a:pt x="384505" y="374650"/>
                  </a:lnTo>
                  <a:lnTo>
                    <a:pt x="384289" y="374650"/>
                  </a:lnTo>
                  <a:lnTo>
                    <a:pt x="391718" y="367030"/>
                  </a:lnTo>
                  <a:lnTo>
                    <a:pt x="391502" y="368300"/>
                  </a:lnTo>
                  <a:lnTo>
                    <a:pt x="408152" y="368300"/>
                  </a:lnTo>
                  <a:lnTo>
                    <a:pt x="376910" y="398780"/>
                  </a:lnTo>
                  <a:lnTo>
                    <a:pt x="340169" y="422910"/>
                  </a:lnTo>
                  <a:lnTo>
                    <a:pt x="320027" y="431800"/>
                  </a:lnTo>
                  <a:lnTo>
                    <a:pt x="309562" y="436880"/>
                  </a:lnTo>
                  <a:close/>
                </a:path>
                <a:path w="461009" h="449580">
                  <a:moveTo>
                    <a:pt x="248094" y="449580"/>
                  </a:moveTo>
                  <a:lnTo>
                    <a:pt x="212661" y="449580"/>
                  </a:lnTo>
                  <a:lnTo>
                    <a:pt x="206832" y="448310"/>
                  </a:lnTo>
                  <a:lnTo>
                    <a:pt x="253911" y="448310"/>
                  </a:lnTo>
                  <a:lnTo>
                    <a:pt x="248094" y="449580"/>
                  </a:lnTo>
                  <a:close/>
                </a:path>
              </a:pathLst>
            </a:custGeom>
            <a:solidFill>
              <a:srgbClr val="A895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737121" y="188871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2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21639" y="1868271"/>
            <a:ext cx="1020444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管理</a:t>
            </a:r>
            <a:r>
              <a:rPr sz="2600" spc="5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岗</a:t>
            </a:r>
            <a:endParaRPr sz="26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32" name="object 32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1652" y="402450"/>
              <a:ext cx="365353" cy="28149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909684" y="5469216"/>
            <a:ext cx="7436484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80"/>
              </a:lnSpc>
              <a:spcBef>
                <a:spcPts val="100"/>
              </a:spcBef>
            </a:pPr>
            <a:r>
              <a:rPr sz="18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底薪的增长加班工作也会成比例的增</a:t>
            </a:r>
            <a:r>
              <a:rPr sz="18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加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5200"/>
              </a:lnSpc>
            </a:pPr>
            <a:r>
              <a:rPr sz="1800" spc="10" dirty="0">
                <a:latin typeface="黑体" panose="02010609060101010101" charset="-122"/>
                <a:cs typeface="黑体" panose="02010609060101010101" charset="-122"/>
              </a:rPr>
              <a:t>综合工资：在每个阶段都会都会</a:t>
            </a:r>
            <a:r>
              <a:rPr sz="4400" spc="2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增长</a:t>
            </a:r>
            <a:r>
              <a:rPr sz="4000" spc="15" dirty="0">
                <a:solidFill>
                  <a:srgbClr val="FFC000"/>
                </a:solidFill>
                <a:latin typeface="黑体" panose="02010609060101010101" charset="-122"/>
                <a:cs typeface="黑体" panose="02010609060101010101" charset="-122"/>
              </a:rPr>
              <a:t>800-1000</a:t>
            </a:r>
            <a:r>
              <a:rPr sz="4000" spc="20" dirty="0">
                <a:solidFill>
                  <a:srgbClr val="FFC000"/>
                </a:solidFill>
                <a:latin typeface="黑体" panose="02010609060101010101" charset="-122"/>
                <a:cs typeface="黑体" panose="02010609060101010101" charset="-122"/>
              </a:rPr>
              <a:t>左</a:t>
            </a:r>
            <a:r>
              <a:rPr sz="4000" spc="-5" dirty="0">
                <a:solidFill>
                  <a:srgbClr val="FFC000"/>
                </a:solidFill>
                <a:latin typeface="黑体" panose="02010609060101010101" charset="-122"/>
                <a:cs typeface="黑体" panose="02010609060101010101" charset="-122"/>
              </a:rPr>
              <a:t>右</a:t>
            </a:r>
            <a:endParaRPr sz="4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560060" y="726742"/>
            <a:ext cx="1821171" cy="19173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9238" y="5825378"/>
            <a:ext cx="918210" cy="230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项要概 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4" name="object 4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1652" y="402450"/>
              <a:ext cx="365353" cy="28149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办公环境</a:t>
            </a:r>
            <a:endParaRPr sz="240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4988" y="1094232"/>
            <a:ext cx="3413760" cy="22799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131" y="1098803"/>
            <a:ext cx="3413760" cy="22661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5843" y="3799332"/>
            <a:ext cx="3413759" cy="22799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005" y="3799332"/>
            <a:ext cx="3413760" cy="227990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84320" y="3799332"/>
            <a:ext cx="3424428" cy="227990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5843" y="1118616"/>
            <a:ext cx="3413759" cy="225551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398320" y="3420414"/>
            <a:ext cx="9150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三期办公</a:t>
            </a:r>
            <a:r>
              <a:rPr sz="1400" spc="5" dirty="0">
                <a:latin typeface="黑体" panose="02010609060101010101" charset="-122"/>
                <a:cs typeface="黑体" panose="02010609060101010101" charset="-122"/>
              </a:rPr>
              <a:t>区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4203" y="3414242"/>
            <a:ext cx="9150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一期办公</a:t>
            </a:r>
            <a:r>
              <a:rPr sz="1400" spc="5" dirty="0">
                <a:latin typeface="黑体" panose="02010609060101010101" charset="-122"/>
                <a:cs typeface="黑体" panose="02010609060101010101" charset="-122"/>
              </a:rPr>
              <a:t>区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04350" y="3432530"/>
            <a:ext cx="9150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休息茶水</a:t>
            </a:r>
            <a:r>
              <a:rPr sz="1400" spc="5" dirty="0">
                <a:latin typeface="黑体" panose="02010609060101010101" charset="-122"/>
                <a:cs typeface="黑体" panose="02010609060101010101" charset="-122"/>
              </a:rPr>
              <a:t>间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94126" y="6268389"/>
            <a:ext cx="7372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办公大</a:t>
            </a:r>
            <a:r>
              <a:rPr sz="1400" spc="5" dirty="0">
                <a:latin typeface="黑体" panose="02010609060101010101" charset="-122"/>
                <a:cs typeface="黑体" panose="02010609060101010101" charset="-122"/>
              </a:rPr>
              <a:t>厅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81887" y="6268389"/>
            <a:ext cx="7372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园区环</a:t>
            </a:r>
            <a:r>
              <a:rPr sz="1400" spc="5" dirty="0">
                <a:latin typeface="黑体" panose="02010609060101010101" charset="-122"/>
                <a:cs typeface="黑体" panose="02010609060101010101" charset="-122"/>
              </a:rPr>
              <a:t>境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9560" y="6268389"/>
            <a:ext cx="7372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黑体" panose="02010609060101010101" charset="-122"/>
                <a:cs typeface="黑体" panose="02010609060101010101" charset="-122"/>
              </a:rPr>
              <a:t>园区绿</a:t>
            </a:r>
            <a:r>
              <a:rPr sz="1400" spc="5" dirty="0">
                <a:latin typeface="黑体" panose="02010609060101010101" charset="-122"/>
                <a:cs typeface="黑体" panose="02010609060101010101" charset="-122"/>
              </a:rPr>
              <a:t>化</a:t>
            </a:r>
            <a:endParaRPr sz="14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3" name="object 3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1652" y="402450"/>
              <a:ext cx="365353" cy="28149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50240" y="379234"/>
            <a:ext cx="4445000" cy="1380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42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住宿环境</a:t>
            </a:r>
            <a:endParaRPr sz="24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8496AF"/>
                </a:solidFill>
                <a:latin typeface="黑体" panose="02010609060101010101" charset="-122"/>
                <a:cs typeface="黑体" panose="02010609060101010101" charset="-122"/>
              </a:rPr>
              <a:t>公寓生活区---员工舒适温馨之家</a:t>
            </a:r>
            <a:endParaRPr sz="24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926" y="2169795"/>
            <a:ext cx="2688336" cy="29626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2316" y="2209546"/>
            <a:ext cx="2715768" cy="2962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930" y="2046351"/>
            <a:ext cx="2688336" cy="29718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5853" y="5247462"/>
            <a:ext cx="2387600" cy="130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宿舍布局舒适</a:t>
            </a:r>
            <a:r>
              <a:rPr sz="14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4-6人间</a:t>
            </a:r>
            <a:r>
              <a:rPr sz="1400" b="1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宿舍，大牌空 调，房屋空间大，为员工营造舒适 温馨的宿舍之家</a:t>
            </a:r>
            <a:endParaRPr sz="1400" b="1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8677" y="5304510"/>
            <a:ext cx="246380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5080" indent="-609600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独栋小洋房宿舍，安全</a:t>
            </a:r>
            <a:r>
              <a:rPr sz="14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防盗五星门</a:t>
            </a:r>
            <a:r>
              <a:rPr sz="1400" b="1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， 温馨安全休息环境</a:t>
            </a:r>
            <a:endParaRPr sz="1400" b="1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9604" y="5304510"/>
            <a:ext cx="231140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独立卫生间</a:t>
            </a:r>
            <a:r>
              <a:rPr sz="1400" b="1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，多功能花洒，配有镜 子柜，左右热水却换，多处洗浴排 水点，放心安全</a:t>
            </a:r>
            <a:endParaRPr sz="1400" b="1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1993" y="5304510"/>
            <a:ext cx="231140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电器样样具备</a:t>
            </a:r>
            <a:r>
              <a:rPr sz="1400" b="1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，热水器，摆放架， 马桶等员工舒适温馨之家</a:t>
            </a:r>
            <a:endParaRPr sz="1400" b="1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46353" y="3622547"/>
            <a:ext cx="3803726" cy="23268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220" y="3464052"/>
            <a:ext cx="3434841" cy="28392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353" y="1185824"/>
            <a:ext cx="3792715" cy="222793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6" name="object 6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652" y="402450"/>
              <a:ext cx="365353" cy="28149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食堂环境</a:t>
            </a:r>
            <a:endParaRPr sz="2400"/>
          </a:p>
        </p:txBody>
      </p:sp>
      <p:grpSp>
        <p:nvGrpSpPr>
          <p:cNvPr id="10" name="object 10"/>
          <p:cNvGrpSpPr/>
          <p:nvPr/>
        </p:nvGrpSpPr>
        <p:grpSpPr>
          <a:xfrm>
            <a:off x="4808220" y="1136903"/>
            <a:ext cx="7202805" cy="5166360"/>
            <a:chOff x="4808220" y="1136903"/>
            <a:chExt cx="7202805" cy="516636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1500" y="2450591"/>
              <a:ext cx="3819144" cy="38526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8220" y="1136903"/>
              <a:ext cx="3793235" cy="23271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75548" y="1136903"/>
              <a:ext cx="3435096" cy="226009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64489" y="6107683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美味舒适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652" y="402450"/>
            <a:ext cx="365353" cy="2814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生活福利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330708" y="1061453"/>
            <a:ext cx="11800205" cy="5586730"/>
            <a:chOff x="330708" y="1061453"/>
            <a:chExt cx="11800205" cy="558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416" y="1080516"/>
              <a:ext cx="3677323" cy="22555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328" y="3307080"/>
              <a:ext cx="3480816" cy="25755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13064" y="1061453"/>
              <a:ext cx="3434981" cy="22558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47401" y="2696654"/>
              <a:ext cx="2183333" cy="17915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16924" y="4392167"/>
              <a:ext cx="3200400" cy="22555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5740" y="1080516"/>
              <a:ext cx="4497323" cy="23804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8976" y="2744749"/>
              <a:ext cx="2182101" cy="168804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73423" y="3302508"/>
              <a:ext cx="4078224" cy="29016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708" y="3264408"/>
              <a:ext cx="3480816" cy="25755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65804" y="3259836"/>
              <a:ext cx="4078224" cy="29016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9251" y="4422648"/>
              <a:ext cx="1938527" cy="17922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50189" y="610768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生活与色彩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11" y="1997624"/>
            <a:ext cx="4216400" cy="174625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805"/>
              </a:spcBef>
            </a:pPr>
            <a:r>
              <a:rPr spc="-105" dirty="0"/>
              <a:t>CAMPUS</a:t>
            </a:r>
            <a:r>
              <a:rPr spc="-100" dirty="0"/>
              <a:t> </a:t>
            </a:r>
            <a:r>
              <a:rPr spc="110" dirty="0"/>
              <a:t>SPECIF</a:t>
            </a:r>
            <a:endParaRPr spc="110" dirty="0"/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6000" dirty="0">
                <a:solidFill>
                  <a:srgbClr val="4D516B"/>
                </a:solidFill>
              </a:rPr>
              <a:t>园区与规范</a:t>
            </a:r>
            <a:endParaRPr sz="6000" dirty="0">
              <a:solidFill>
                <a:srgbClr val="4D516B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0010" y="3808602"/>
            <a:ext cx="383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Normative analysis is a concept often</a:t>
            </a:r>
            <a:r>
              <a:rPr sz="1200" spc="-9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mentioned</a:t>
            </a:r>
            <a:r>
              <a:rPr sz="1200" spc="-1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in  economics, which should be a kind of</a:t>
            </a:r>
            <a:r>
              <a:rPr sz="1200" spc="-7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200" dirty="0">
                <a:solidFill>
                  <a:srgbClr val="7E7E7E"/>
                </a:solidFill>
                <a:latin typeface="黑体" panose="02010609060101010101" charset="-122"/>
                <a:cs typeface="黑体" panose="02010609060101010101" charset="-122"/>
              </a:rPr>
              <a:t>methodolog</a:t>
            </a:r>
            <a:endParaRPr sz="12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39380" y="4900231"/>
            <a:ext cx="715645" cy="38100"/>
          </a:xfrm>
          <a:custGeom>
            <a:avLst/>
            <a:gdLst/>
            <a:ahLst/>
            <a:cxnLst/>
            <a:rect l="l" t="t" r="r" b="b"/>
            <a:pathLst>
              <a:path w="715644" h="38100">
                <a:moveTo>
                  <a:pt x="715619" y="38100"/>
                </a:moveTo>
                <a:lnTo>
                  <a:pt x="0" y="38100"/>
                </a:lnTo>
                <a:lnTo>
                  <a:pt x="0" y="0"/>
                </a:lnTo>
                <a:lnTo>
                  <a:pt x="715619" y="0"/>
                </a:lnTo>
                <a:lnTo>
                  <a:pt x="715619" y="38100"/>
                </a:lnTo>
                <a:close/>
              </a:path>
            </a:pathLst>
          </a:custGeom>
          <a:solidFill>
            <a:srgbClr val="E4CD9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72757" y="1586004"/>
            <a:ext cx="5529170" cy="49138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81041" y="1140142"/>
            <a:ext cx="117475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1.选择</a:t>
            </a:r>
            <a:r>
              <a:rPr lang="zh-CN"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汇</a:t>
            </a:r>
            <a:r>
              <a:rPr lang="zh-CN"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思</a:t>
            </a:r>
            <a:endParaRPr lang="zh-CN" sz="1800" spc="10" dirty="0">
              <a:solidFill>
                <a:srgbClr val="40404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7135" y="1121816"/>
            <a:ext cx="1174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2.填写资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料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425" y="2400172"/>
            <a:ext cx="1174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 panose="02010609060101010101" charset="-122"/>
                <a:cs typeface="黑体" panose="02010609060101010101" charset="-122"/>
              </a:rPr>
              <a:t>3.校内初</a:t>
            </a:r>
            <a:r>
              <a:rPr sz="1800" dirty="0">
                <a:latin typeface="黑体" panose="02010609060101010101" charset="-122"/>
                <a:cs typeface="黑体" panose="02010609060101010101" charset="-122"/>
              </a:rPr>
              <a:t>选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7563" y="225818"/>
            <a:ext cx="850265" cy="657860"/>
            <a:chOff x="317563" y="225818"/>
            <a:chExt cx="850265" cy="657860"/>
          </a:xfrm>
        </p:grpSpPr>
        <p:sp>
          <p:nvSpPr>
            <p:cNvPr id="7" name="object 7"/>
            <p:cNvSpPr/>
            <p:nvPr/>
          </p:nvSpPr>
          <p:spPr>
            <a:xfrm>
              <a:off x="509825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1" y="657482"/>
                  </a:moveTo>
                  <a:lnTo>
                    <a:pt x="267414" y="632193"/>
                  </a:lnTo>
                  <a:lnTo>
                    <a:pt x="25098" y="389877"/>
                  </a:lnTo>
                  <a:lnTo>
                    <a:pt x="0" y="328741"/>
                  </a:lnTo>
                  <a:lnTo>
                    <a:pt x="6274" y="296370"/>
                  </a:lnTo>
                  <a:lnTo>
                    <a:pt x="25098" y="267957"/>
                  </a:lnTo>
                  <a:lnTo>
                    <a:pt x="267414" y="25641"/>
                  </a:lnTo>
                  <a:lnTo>
                    <a:pt x="296235" y="6410"/>
                  </a:lnTo>
                  <a:lnTo>
                    <a:pt x="328741" y="0"/>
                  </a:lnTo>
                  <a:lnTo>
                    <a:pt x="361063" y="6410"/>
                  </a:lnTo>
                  <a:lnTo>
                    <a:pt x="389334" y="25641"/>
                  </a:lnTo>
                  <a:lnTo>
                    <a:pt x="633174" y="267957"/>
                  </a:lnTo>
                  <a:lnTo>
                    <a:pt x="651690" y="296370"/>
                  </a:lnTo>
                  <a:lnTo>
                    <a:pt x="657863" y="328741"/>
                  </a:lnTo>
                  <a:lnTo>
                    <a:pt x="651690" y="361199"/>
                  </a:lnTo>
                  <a:lnTo>
                    <a:pt x="633174" y="389877"/>
                  </a:lnTo>
                  <a:lnTo>
                    <a:pt x="389334" y="632193"/>
                  </a:lnTo>
                  <a:lnTo>
                    <a:pt x="361063" y="651159"/>
                  </a:lnTo>
                  <a:lnTo>
                    <a:pt x="328741" y="657482"/>
                  </a:lnTo>
                  <a:close/>
                </a:path>
              </a:pathLst>
            </a:custGeom>
            <a:solidFill>
              <a:srgbClr val="E4CD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7563" y="225818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60" h="657860">
                  <a:moveTo>
                    <a:pt x="328745" y="657482"/>
                  </a:moveTo>
                  <a:lnTo>
                    <a:pt x="267652" y="632193"/>
                  </a:lnTo>
                  <a:lnTo>
                    <a:pt x="25336" y="389877"/>
                  </a:lnTo>
                  <a:lnTo>
                    <a:pt x="0" y="328741"/>
                  </a:lnTo>
                  <a:lnTo>
                    <a:pt x="6334" y="296370"/>
                  </a:lnTo>
                  <a:lnTo>
                    <a:pt x="25336" y="267957"/>
                  </a:lnTo>
                  <a:lnTo>
                    <a:pt x="267652" y="25641"/>
                  </a:lnTo>
                  <a:lnTo>
                    <a:pt x="296300" y="6410"/>
                  </a:lnTo>
                  <a:lnTo>
                    <a:pt x="328745" y="0"/>
                  </a:lnTo>
                  <a:lnTo>
                    <a:pt x="361124" y="6410"/>
                  </a:lnTo>
                  <a:lnTo>
                    <a:pt x="389572" y="25641"/>
                  </a:lnTo>
                  <a:lnTo>
                    <a:pt x="631888" y="267957"/>
                  </a:lnTo>
                  <a:lnTo>
                    <a:pt x="651090" y="296370"/>
                  </a:lnTo>
                  <a:lnTo>
                    <a:pt x="657491" y="328741"/>
                  </a:lnTo>
                  <a:lnTo>
                    <a:pt x="651090" y="361199"/>
                  </a:lnTo>
                  <a:lnTo>
                    <a:pt x="631888" y="389877"/>
                  </a:lnTo>
                  <a:lnTo>
                    <a:pt x="389572" y="632193"/>
                  </a:lnTo>
                  <a:lnTo>
                    <a:pt x="361124" y="651159"/>
                  </a:lnTo>
                  <a:lnTo>
                    <a:pt x="328745" y="657482"/>
                  </a:lnTo>
                  <a:close/>
                </a:path>
              </a:pathLst>
            </a:custGeom>
            <a:solidFill>
              <a:srgbClr val="4D51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52" y="402463"/>
              <a:ext cx="373672" cy="28143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入职流程</a:t>
            </a:r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4738115" y="2279053"/>
            <a:ext cx="117475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4复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试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996" y="3110928"/>
            <a:ext cx="4639310" cy="186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685" indent="-231775">
              <a:lnSpc>
                <a:spcPct val="100000"/>
              </a:lnSpc>
              <a:spcBef>
                <a:spcPts val="100"/>
              </a:spcBef>
              <a:buSzPct val="94000"/>
              <a:buAutoNum type="arabicPeriod" startAt="5"/>
              <a:tabLst>
                <a:tab pos="1417320" algn="l"/>
              </a:tabLst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身体体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检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404040"/>
              </a:buClr>
              <a:buFont typeface="黑体" panose="02010609060101010101" charset="-122"/>
              <a:buAutoNum type="arabicPeriod" startAt="5"/>
            </a:pPr>
            <a:endParaRPr sz="1800">
              <a:latin typeface="黑体" panose="02010609060101010101" charset="-122"/>
              <a:cs typeface="黑体" panose="02010609060101010101" charset="-122"/>
            </a:endParaRPr>
          </a:p>
          <a:p>
            <a:pPr marL="231140" marR="5080" indent="-231140" algn="r">
              <a:lnSpc>
                <a:spcPct val="100000"/>
              </a:lnSpc>
              <a:buSzPct val="94000"/>
              <a:buAutoNum type="arabicPeriod" startAt="5"/>
              <a:tabLst>
                <a:tab pos="231140" algn="l"/>
              </a:tabLst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合同签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订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buClr>
                <a:srgbClr val="404040"/>
              </a:buClr>
              <a:buFont typeface="黑体" panose="02010609060101010101" charset="-122"/>
              <a:buAutoNum type="arabicPeriod" startAt="5"/>
            </a:pPr>
            <a:endParaRPr sz="1800">
              <a:latin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404040"/>
              </a:buClr>
              <a:buFont typeface="黑体" panose="02010609060101010101" charset="-122"/>
              <a:buAutoNum type="arabicPeriod" startAt="5"/>
            </a:pPr>
            <a:endParaRPr sz="1650">
              <a:latin typeface="黑体" panose="02010609060101010101" charset="-122"/>
              <a:cs typeface="黑体" panose="02010609060101010101" charset="-122"/>
            </a:endParaRPr>
          </a:p>
          <a:p>
            <a:pPr marL="243840" indent="-231140">
              <a:lnSpc>
                <a:spcPts val="2055"/>
              </a:lnSpc>
              <a:buSzPct val="94000"/>
              <a:buAutoNum type="arabicPeriod" startAt="5"/>
              <a:tabLst>
                <a:tab pos="243840" algn="l"/>
              </a:tabLst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入职报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道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  <a:p>
            <a:pPr marL="3011170" indent="-231775">
              <a:lnSpc>
                <a:spcPts val="2055"/>
              </a:lnSpc>
              <a:buSzPct val="94000"/>
              <a:buAutoNum type="arabicPeriod" startAt="5"/>
              <a:tabLst>
                <a:tab pos="3011805" algn="l"/>
              </a:tabLst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岗前培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训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1882" y="5576773"/>
            <a:ext cx="1174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9.正式工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作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51012" y="1374647"/>
            <a:ext cx="10312400" cy="4356100"/>
            <a:chOff x="1651012" y="1374647"/>
            <a:chExt cx="10312400" cy="4356100"/>
          </a:xfrm>
        </p:grpSpPr>
        <p:sp>
          <p:nvSpPr>
            <p:cNvPr id="15" name="object 15"/>
            <p:cNvSpPr/>
            <p:nvPr/>
          </p:nvSpPr>
          <p:spPr>
            <a:xfrm>
              <a:off x="1651012" y="2400528"/>
              <a:ext cx="402590" cy="247015"/>
            </a:xfrm>
            <a:custGeom>
              <a:avLst/>
              <a:gdLst/>
              <a:ahLst/>
              <a:cxnLst/>
              <a:rect l="l" t="t" r="r" b="b"/>
              <a:pathLst>
                <a:path w="402589" h="247014">
                  <a:moveTo>
                    <a:pt x="8890" y="157518"/>
                  </a:moveTo>
                  <a:lnTo>
                    <a:pt x="6896" y="155524"/>
                  </a:lnTo>
                  <a:lnTo>
                    <a:pt x="1981" y="155524"/>
                  </a:lnTo>
                  <a:lnTo>
                    <a:pt x="0" y="157518"/>
                  </a:lnTo>
                  <a:lnTo>
                    <a:pt x="0" y="162420"/>
                  </a:lnTo>
                  <a:lnTo>
                    <a:pt x="1981" y="164414"/>
                  </a:lnTo>
                  <a:lnTo>
                    <a:pt x="6896" y="164414"/>
                  </a:lnTo>
                  <a:lnTo>
                    <a:pt x="8890" y="162420"/>
                  </a:lnTo>
                  <a:lnTo>
                    <a:pt x="8890" y="159969"/>
                  </a:lnTo>
                  <a:lnTo>
                    <a:pt x="8890" y="157518"/>
                  </a:lnTo>
                  <a:close/>
                </a:path>
                <a:path w="402589" h="247014">
                  <a:moveTo>
                    <a:pt x="145694" y="1993"/>
                  </a:moveTo>
                  <a:lnTo>
                    <a:pt x="143700" y="0"/>
                  </a:lnTo>
                  <a:lnTo>
                    <a:pt x="138798" y="0"/>
                  </a:lnTo>
                  <a:lnTo>
                    <a:pt x="136804" y="1993"/>
                  </a:lnTo>
                  <a:lnTo>
                    <a:pt x="136804" y="6908"/>
                  </a:lnTo>
                  <a:lnTo>
                    <a:pt x="138798" y="8890"/>
                  </a:lnTo>
                  <a:lnTo>
                    <a:pt x="143700" y="8890"/>
                  </a:lnTo>
                  <a:lnTo>
                    <a:pt x="145694" y="6908"/>
                  </a:lnTo>
                  <a:lnTo>
                    <a:pt x="145694" y="4445"/>
                  </a:lnTo>
                  <a:lnTo>
                    <a:pt x="145694" y="1993"/>
                  </a:lnTo>
                  <a:close/>
                </a:path>
                <a:path w="402589" h="247014">
                  <a:moveTo>
                    <a:pt x="328574" y="130162"/>
                  </a:moveTo>
                  <a:lnTo>
                    <a:pt x="326580" y="128168"/>
                  </a:lnTo>
                  <a:lnTo>
                    <a:pt x="321678" y="128168"/>
                  </a:lnTo>
                  <a:lnTo>
                    <a:pt x="319684" y="130162"/>
                  </a:lnTo>
                  <a:lnTo>
                    <a:pt x="319684" y="135064"/>
                  </a:lnTo>
                  <a:lnTo>
                    <a:pt x="321678" y="137058"/>
                  </a:lnTo>
                  <a:lnTo>
                    <a:pt x="326580" y="137058"/>
                  </a:lnTo>
                  <a:lnTo>
                    <a:pt x="328574" y="135064"/>
                  </a:lnTo>
                  <a:lnTo>
                    <a:pt x="328574" y="132613"/>
                  </a:lnTo>
                  <a:lnTo>
                    <a:pt x="328574" y="130162"/>
                  </a:lnTo>
                  <a:close/>
                </a:path>
                <a:path w="402589" h="247014">
                  <a:moveTo>
                    <a:pt x="328574" y="75438"/>
                  </a:moveTo>
                  <a:lnTo>
                    <a:pt x="326580" y="73444"/>
                  </a:lnTo>
                  <a:lnTo>
                    <a:pt x="321678" y="73444"/>
                  </a:lnTo>
                  <a:lnTo>
                    <a:pt x="319684" y="75438"/>
                  </a:lnTo>
                  <a:lnTo>
                    <a:pt x="319684" y="80340"/>
                  </a:lnTo>
                  <a:lnTo>
                    <a:pt x="321678" y="82334"/>
                  </a:lnTo>
                  <a:lnTo>
                    <a:pt x="326580" y="82334"/>
                  </a:lnTo>
                  <a:lnTo>
                    <a:pt x="328574" y="80340"/>
                  </a:lnTo>
                  <a:lnTo>
                    <a:pt x="328574" y="77889"/>
                  </a:lnTo>
                  <a:lnTo>
                    <a:pt x="328574" y="75438"/>
                  </a:lnTo>
                  <a:close/>
                </a:path>
                <a:path w="402589" h="247014">
                  <a:moveTo>
                    <a:pt x="392645" y="166522"/>
                  </a:moveTo>
                  <a:lnTo>
                    <a:pt x="390664" y="164528"/>
                  </a:lnTo>
                  <a:lnTo>
                    <a:pt x="385749" y="164528"/>
                  </a:lnTo>
                  <a:lnTo>
                    <a:pt x="383755" y="166522"/>
                  </a:lnTo>
                  <a:lnTo>
                    <a:pt x="383755" y="171424"/>
                  </a:lnTo>
                  <a:lnTo>
                    <a:pt x="385749" y="173418"/>
                  </a:lnTo>
                  <a:lnTo>
                    <a:pt x="390664" y="173418"/>
                  </a:lnTo>
                  <a:lnTo>
                    <a:pt x="392645" y="171424"/>
                  </a:lnTo>
                  <a:lnTo>
                    <a:pt x="392645" y="168973"/>
                  </a:lnTo>
                  <a:lnTo>
                    <a:pt x="392645" y="166522"/>
                  </a:lnTo>
                  <a:close/>
                </a:path>
                <a:path w="402589" h="247014">
                  <a:moveTo>
                    <a:pt x="402018" y="239953"/>
                  </a:moveTo>
                  <a:lnTo>
                    <a:pt x="400024" y="237972"/>
                  </a:lnTo>
                  <a:lnTo>
                    <a:pt x="395109" y="237972"/>
                  </a:lnTo>
                  <a:lnTo>
                    <a:pt x="393128" y="239953"/>
                  </a:lnTo>
                  <a:lnTo>
                    <a:pt x="393128" y="244868"/>
                  </a:lnTo>
                  <a:lnTo>
                    <a:pt x="395109" y="246862"/>
                  </a:lnTo>
                  <a:lnTo>
                    <a:pt x="400024" y="246862"/>
                  </a:lnTo>
                  <a:lnTo>
                    <a:pt x="402018" y="244868"/>
                  </a:lnTo>
                  <a:lnTo>
                    <a:pt x="402018" y="242417"/>
                  </a:lnTo>
                  <a:lnTo>
                    <a:pt x="402018" y="239953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9611" y="1374647"/>
              <a:ext cx="5923788" cy="435559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374519" y="5760453"/>
            <a:ext cx="1750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10.开心快乐工</a:t>
            </a:r>
            <a:r>
              <a:rPr sz="1800" dirty="0">
                <a:solidFill>
                  <a:srgbClr val="404040"/>
                </a:solidFill>
                <a:latin typeface="黑体" panose="02010609060101010101" charset="-122"/>
                <a:cs typeface="黑体" panose="02010609060101010101" charset="-122"/>
              </a:rPr>
              <a:t>作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1683" y="2311907"/>
            <a:ext cx="385572" cy="54711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95016" y="2985516"/>
            <a:ext cx="234695" cy="33375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3624" y="4101084"/>
            <a:ext cx="320039" cy="454151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883664" y="1074419"/>
            <a:ext cx="6469380" cy="5034280"/>
            <a:chOff x="1883664" y="1074419"/>
            <a:chExt cx="6469380" cy="503428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5285" y="1074419"/>
              <a:ext cx="298654" cy="4861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3664" y="1269491"/>
              <a:ext cx="234695" cy="33375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2084" y="2302763"/>
              <a:ext cx="217932" cy="30937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0480" y="3462527"/>
              <a:ext cx="234696" cy="3337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5348" y="4719828"/>
              <a:ext cx="214884" cy="3032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9784" y="5672328"/>
              <a:ext cx="301751" cy="4282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8140" y="5576316"/>
              <a:ext cx="374903" cy="5318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2127" y="225818"/>
            <a:ext cx="3807460" cy="6345555"/>
            <a:chOff x="262127" y="225818"/>
            <a:chExt cx="3807460" cy="63455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1652" y="402463"/>
              <a:ext cx="373672" cy="281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1" y="896111"/>
              <a:ext cx="3805428" cy="25801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127" y="2535936"/>
              <a:ext cx="3805428" cy="22631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651" y="4800599"/>
              <a:ext cx="3548599" cy="177027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81849" y="37923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</a:rPr>
              <a:t>旅游打卡</a:t>
            </a:r>
            <a:endParaRPr sz="2400"/>
          </a:p>
        </p:txBody>
      </p:sp>
      <p:grpSp>
        <p:nvGrpSpPr>
          <p:cNvPr id="8" name="object 8"/>
          <p:cNvGrpSpPr/>
          <p:nvPr/>
        </p:nvGrpSpPr>
        <p:grpSpPr>
          <a:xfrm>
            <a:off x="4349496" y="2580132"/>
            <a:ext cx="3578860" cy="4064635"/>
            <a:chOff x="4349496" y="2580132"/>
            <a:chExt cx="3578860" cy="406463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4068" y="4277867"/>
              <a:ext cx="3570732" cy="23667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49496" y="2580132"/>
              <a:ext cx="3578352" cy="216103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8133588" y="918972"/>
            <a:ext cx="3912235" cy="4145279"/>
            <a:chOff x="8133588" y="918972"/>
            <a:chExt cx="3912235" cy="4145279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33588" y="918972"/>
              <a:ext cx="3910584" cy="26395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33588" y="2697479"/>
              <a:ext cx="3912107" cy="2366772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2835" y="918972"/>
            <a:ext cx="3526536" cy="147895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01228" y="5335523"/>
            <a:ext cx="3526535" cy="12710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9385" y="-16510"/>
            <a:ext cx="8201025" cy="6880860"/>
            <a:chOff x="3991627" y="0"/>
            <a:chExt cx="8200993" cy="6858599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rcRect b="16382"/>
            <a:stretch>
              <a:fillRect/>
            </a:stretch>
          </p:blipFill>
          <p:spPr>
            <a:xfrm>
              <a:off x="4289425" y="13970"/>
              <a:ext cx="7902575" cy="57228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435564" y="4457615"/>
              <a:ext cx="1757045" cy="2400935"/>
            </a:xfrm>
            <a:custGeom>
              <a:avLst/>
              <a:gdLst/>
              <a:ahLst/>
              <a:cxnLst/>
              <a:rect l="l" t="t" r="r" b="b"/>
              <a:pathLst>
                <a:path w="1757045" h="2400934">
                  <a:moveTo>
                    <a:pt x="752854" y="2400384"/>
                  </a:moveTo>
                  <a:lnTo>
                    <a:pt x="0" y="2400384"/>
                  </a:lnTo>
                  <a:lnTo>
                    <a:pt x="27927" y="2362813"/>
                  </a:lnTo>
                  <a:lnTo>
                    <a:pt x="76496" y="2298773"/>
                  </a:lnTo>
                  <a:lnTo>
                    <a:pt x="123343" y="2238167"/>
                  </a:lnTo>
                  <a:lnTo>
                    <a:pt x="168228" y="2181142"/>
                  </a:lnTo>
                  <a:lnTo>
                    <a:pt x="210909" y="2127842"/>
                  </a:lnTo>
                  <a:lnTo>
                    <a:pt x="251145" y="2078414"/>
                  </a:lnTo>
                  <a:lnTo>
                    <a:pt x="288695" y="2033004"/>
                  </a:lnTo>
                  <a:lnTo>
                    <a:pt x="323316" y="1991757"/>
                  </a:lnTo>
                  <a:lnTo>
                    <a:pt x="354769" y="1954820"/>
                  </a:lnTo>
                  <a:lnTo>
                    <a:pt x="382811" y="1922338"/>
                  </a:lnTo>
                  <a:lnTo>
                    <a:pt x="427697" y="1871323"/>
                  </a:lnTo>
                  <a:lnTo>
                    <a:pt x="456046" y="1839880"/>
                  </a:lnTo>
                  <a:lnTo>
                    <a:pt x="524869" y="1766004"/>
                  </a:lnTo>
                  <a:lnTo>
                    <a:pt x="582365" y="1703284"/>
                  </a:lnTo>
                  <a:lnTo>
                    <a:pt x="638430" y="1641023"/>
                  </a:lnTo>
                  <a:lnTo>
                    <a:pt x="693082" y="1579229"/>
                  </a:lnTo>
                  <a:lnTo>
                    <a:pt x="746338" y="1517911"/>
                  </a:lnTo>
                  <a:lnTo>
                    <a:pt x="798217" y="1457075"/>
                  </a:lnTo>
                  <a:lnTo>
                    <a:pt x="848737" y="1396731"/>
                  </a:lnTo>
                  <a:lnTo>
                    <a:pt x="897916" y="1336886"/>
                  </a:lnTo>
                  <a:lnTo>
                    <a:pt x="945772" y="1277547"/>
                  </a:lnTo>
                  <a:lnTo>
                    <a:pt x="992323" y="1218723"/>
                  </a:lnTo>
                  <a:lnTo>
                    <a:pt x="1037587" y="1160421"/>
                  </a:lnTo>
                  <a:lnTo>
                    <a:pt x="1081582" y="1102650"/>
                  </a:lnTo>
                  <a:lnTo>
                    <a:pt x="1124326" y="1045417"/>
                  </a:lnTo>
                  <a:lnTo>
                    <a:pt x="1165837" y="988730"/>
                  </a:lnTo>
                  <a:lnTo>
                    <a:pt x="1206133" y="932598"/>
                  </a:lnTo>
                  <a:lnTo>
                    <a:pt x="1245233" y="877027"/>
                  </a:lnTo>
                  <a:lnTo>
                    <a:pt x="1283154" y="822026"/>
                  </a:lnTo>
                  <a:lnTo>
                    <a:pt x="1319914" y="767603"/>
                  </a:lnTo>
                  <a:lnTo>
                    <a:pt x="1355532" y="713765"/>
                  </a:lnTo>
                  <a:lnTo>
                    <a:pt x="1390024" y="660521"/>
                  </a:lnTo>
                  <a:lnTo>
                    <a:pt x="1423411" y="607878"/>
                  </a:lnTo>
                  <a:lnTo>
                    <a:pt x="1455708" y="555844"/>
                  </a:lnTo>
                  <a:lnTo>
                    <a:pt x="1486935" y="504428"/>
                  </a:lnTo>
                  <a:lnTo>
                    <a:pt x="1517110" y="453636"/>
                  </a:lnTo>
                  <a:lnTo>
                    <a:pt x="1546250" y="403478"/>
                  </a:lnTo>
                  <a:lnTo>
                    <a:pt x="1574374" y="353960"/>
                  </a:lnTo>
                  <a:lnTo>
                    <a:pt x="1601499" y="305091"/>
                  </a:lnTo>
                  <a:lnTo>
                    <a:pt x="1627644" y="256879"/>
                  </a:lnTo>
                  <a:lnTo>
                    <a:pt x="1652826" y="209331"/>
                  </a:lnTo>
                  <a:lnTo>
                    <a:pt x="1677065" y="162455"/>
                  </a:lnTo>
                  <a:lnTo>
                    <a:pt x="1700377" y="116259"/>
                  </a:lnTo>
                  <a:lnTo>
                    <a:pt x="1722781" y="70752"/>
                  </a:lnTo>
                  <a:lnTo>
                    <a:pt x="1744294" y="25941"/>
                  </a:lnTo>
                  <a:lnTo>
                    <a:pt x="1756434" y="0"/>
                  </a:lnTo>
                  <a:lnTo>
                    <a:pt x="1756434" y="1183146"/>
                  </a:lnTo>
                  <a:lnTo>
                    <a:pt x="1473683" y="1492125"/>
                  </a:lnTo>
                  <a:lnTo>
                    <a:pt x="1371448" y="1605528"/>
                  </a:lnTo>
                  <a:lnTo>
                    <a:pt x="1304335" y="1681107"/>
                  </a:lnTo>
                  <a:lnTo>
                    <a:pt x="1271157" y="1718903"/>
                  </a:lnTo>
                  <a:lnTo>
                    <a:pt x="1238258" y="1756710"/>
                  </a:lnTo>
                  <a:lnTo>
                    <a:pt x="1205660" y="1794534"/>
                  </a:lnTo>
                  <a:lnTo>
                    <a:pt x="1173386" y="1832377"/>
                  </a:lnTo>
                  <a:lnTo>
                    <a:pt x="1141455" y="1870246"/>
                  </a:lnTo>
                  <a:lnTo>
                    <a:pt x="1109890" y="1908144"/>
                  </a:lnTo>
                  <a:lnTo>
                    <a:pt x="1074937" y="1950876"/>
                  </a:lnTo>
                  <a:lnTo>
                    <a:pt x="1040802" y="1993583"/>
                  </a:lnTo>
                  <a:lnTo>
                    <a:pt x="1007475" y="2036257"/>
                  </a:lnTo>
                  <a:lnTo>
                    <a:pt x="974946" y="2078887"/>
                  </a:lnTo>
                  <a:lnTo>
                    <a:pt x="943205" y="2121464"/>
                  </a:lnTo>
                  <a:lnTo>
                    <a:pt x="912241" y="2163977"/>
                  </a:lnTo>
                  <a:lnTo>
                    <a:pt x="882046" y="2206417"/>
                  </a:lnTo>
                  <a:lnTo>
                    <a:pt x="852609" y="2248773"/>
                  </a:lnTo>
                  <a:lnTo>
                    <a:pt x="823920" y="2291037"/>
                  </a:lnTo>
                  <a:lnTo>
                    <a:pt x="795969" y="2333197"/>
                  </a:lnTo>
                  <a:lnTo>
                    <a:pt x="768746" y="2375245"/>
                  </a:lnTo>
                  <a:lnTo>
                    <a:pt x="752854" y="2400384"/>
                  </a:lnTo>
                  <a:close/>
                </a:path>
              </a:pathLst>
            </a:custGeom>
            <a:solidFill>
              <a:srgbClr val="FFFFFF">
                <a:alpha val="41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88332" y="4905974"/>
              <a:ext cx="1503680" cy="1952625"/>
            </a:xfrm>
            <a:custGeom>
              <a:avLst/>
              <a:gdLst/>
              <a:ahLst/>
              <a:cxnLst/>
              <a:rect l="l" t="t" r="r" b="b"/>
              <a:pathLst>
                <a:path w="1503679" h="1952625">
                  <a:moveTo>
                    <a:pt x="338872" y="1952025"/>
                  </a:moveTo>
                  <a:lnTo>
                    <a:pt x="0" y="1952025"/>
                  </a:lnTo>
                  <a:lnTo>
                    <a:pt x="20543" y="1925043"/>
                  </a:lnTo>
                  <a:lnTo>
                    <a:pt x="73356" y="1857147"/>
                  </a:lnTo>
                  <a:lnTo>
                    <a:pt x="123470" y="1794008"/>
                  </a:lnTo>
                  <a:lnTo>
                    <a:pt x="170524" y="1735847"/>
                  </a:lnTo>
                  <a:lnTo>
                    <a:pt x="214157" y="1682881"/>
                  </a:lnTo>
                  <a:lnTo>
                    <a:pt x="254007" y="1635331"/>
                  </a:lnTo>
                  <a:lnTo>
                    <a:pt x="289715" y="1593414"/>
                  </a:lnTo>
                  <a:lnTo>
                    <a:pt x="320920" y="1557351"/>
                  </a:lnTo>
                  <a:lnTo>
                    <a:pt x="347260" y="1527360"/>
                  </a:lnTo>
                  <a:lnTo>
                    <a:pt x="383904" y="1486471"/>
                  </a:lnTo>
                  <a:lnTo>
                    <a:pt x="444527" y="1421393"/>
                  </a:lnTo>
                  <a:lnTo>
                    <a:pt x="491345" y="1370582"/>
                  </a:lnTo>
                  <a:lnTo>
                    <a:pt x="537222" y="1320069"/>
                  </a:lnTo>
                  <a:lnTo>
                    <a:pt x="582170" y="1269858"/>
                  </a:lnTo>
                  <a:lnTo>
                    <a:pt x="626196" y="1219954"/>
                  </a:lnTo>
                  <a:lnTo>
                    <a:pt x="669311" y="1170361"/>
                  </a:lnTo>
                  <a:lnTo>
                    <a:pt x="711524" y="1121082"/>
                  </a:lnTo>
                  <a:lnTo>
                    <a:pt x="752844" y="1072123"/>
                  </a:lnTo>
                  <a:lnTo>
                    <a:pt x="793282" y="1023487"/>
                  </a:lnTo>
                  <a:lnTo>
                    <a:pt x="832847" y="975178"/>
                  </a:lnTo>
                  <a:lnTo>
                    <a:pt x="871548" y="927202"/>
                  </a:lnTo>
                  <a:lnTo>
                    <a:pt x="909394" y="879560"/>
                  </a:lnTo>
                  <a:lnTo>
                    <a:pt x="946396" y="832259"/>
                  </a:lnTo>
                  <a:lnTo>
                    <a:pt x="982563" y="785302"/>
                  </a:lnTo>
                  <a:lnTo>
                    <a:pt x="1017904" y="738693"/>
                  </a:lnTo>
                  <a:lnTo>
                    <a:pt x="1052429" y="692437"/>
                  </a:lnTo>
                  <a:lnTo>
                    <a:pt x="1086148" y="646537"/>
                  </a:lnTo>
                  <a:lnTo>
                    <a:pt x="1119069" y="600998"/>
                  </a:lnTo>
                  <a:lnTo>
                    <a:pt x="1151203" y="555825"/>
                  </a:lnTo>
                  <a:lnTo>
                    <a:pt x="1182559" y="511020"/>
                  </a:lnTo>
                  <a:lnTo>
                    <a:pt x="1213147" y="466588"/>
                  </a:lnTo>
                  <a:lnTo>
                    <a:pt x="1242975" y="422534"/>
                  </a:lnTo>
                  <a:lnTo>
                    <a:pt x="1272055" y="378862"/>
                  </a:lnTo>
                  <a:lnTo>
                    <a:pt x="1300394" y="335575"/>
                  </a:lnTo>
                  <a:lnTo>
                    <a:pt x="1328003" y="292678"/>
                  </a:lnTo>
                  <a:lnTo>
                    <a:pt x="1354892" y="250176"/>
                  </a:lnTo>
                  <a:lnTo>
                    <a:pt x="1381069" y="208071"/>
                  </a:lnTo>
                  <a:lnTo>
                    <a:pt x="1406544" y="166369"/>
                  </a:lnTo>
                  <a:lnTo>
                    <a:pt x="1431327" y="125074"/>
                  </a:lnTo>
                  <a:lnTo>
                    <a:pt x="1455428" y="84190"/>
                  </a:lnTo>
                  <a:lnTo>
                    <a:pt x="1478855" y="43720"/>
                  </a:lnTo>
                  <a:lnTo>
                    <a:pt x="1501619" y="3670"/>
                  </a:lnTo>
                  <a:lnTo>
                    <a:pt x="1503667" y="0"/>
                  </a:lnTo>
                  <a:lnTo>
                    <a:pt x="1503667" y="582510"/>
                  </a:lnTo>
                  <a:lnTo>
                    <a:pt x="1409139" y="687933"/>
                  </a:lnTo>
                  <a:lnTo>
                    <a:pt x="962614" y="1177080"/>
                  </a:lnTo>
                  <a:lnTo>
                    <a:pt x="895359" y="1251906"/>
                  </a:lnTo>
                  <a:lnTo>
                    <a:pt x="828956" y="1326721"/>
                  </a:lnTo>
                  <a:lnTo>
                    <a:pt x="763572" y="1401562"/>
                  </a:lnTo>
                  <a:lnTo>
                    <a:pt x="731314" y="1439003"/>
                  </a:lnTo>
                  <a:lnTo>
                    <a:pt x="699373" y="1476465"/>
                  </a:lnTo>
                  <a:lnTo>
                    <a:pt x="667769" y="1513952"/>
                  </a:lnTo>
                  <a:lnTo>
                    <a:pt x="636523" y="1551467"/>
                  </a:lnTo>
                  <a:lnTo>
                    <a:pt x="603171" y="1592229"/>
                  </a:lnTo>
                  <a:lnTo>
                    <a:pt x="570559" y="1632974"/>
                  </a:lnTo>
                  <a:lnTo>
                    <a:pt x="538680" y="1673695"/>
                  </a:lnTo>
                  <a:lnTo>
                    <a:pt x="507525" y="1714380"/>
                  </a:lnTo>
                  <a:lnTo>
                    <a:pt x="477087" y="1755023"/>
                  </a:lnTo>
                  <a:lnTo>
                    <a:pt x="447356" y="1795614"/>
                  </a:lnTo>
                  <a:lnTo>
                    <a:pt x="418326" y="1836144"/>
                  </a:lnTo>
                  <a:lnTo>
                    <a:pt x="389987" y="1876604"/>
                  </a:lnTo>
                  <a:lnTo>
                    <a:pt x="362332" y="1916986"/>
                  </a:lnTo>
                  <a:lnTo>
                    <a:pt x="338872" y="1952025"/>
                  </a:lnTo>
                  <a:close/>
                </a:path>
              </a:pathLst>
            </a:custGeom>
            <a:solidFill>
              <a:srgbClr val="E4CD9A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863565" y="5146675"/>
              <a:ext cx="1329055" cy="1711325"/>
            </a:xfrm>
            <a:custGeom>
              <a:avLst/>
              <a:gdLst/>
              <a:ahLst/>
              <a:cxnLst/>
              <a:rect l="l" t="t" r="r" b="b"/>
              <a:pathLst>
                <a:path w="1329054" h="1711325">
                  <a:moveTo>
                    <a:pt x="1328434" y="1711325"/>
                  </a:moveTo>
                  <a:lnTo>
                    <a:pt x="0" y="1711325"/>
                  </a:lnTo>
                  <a:lnTo>
                    <a:pt x="52101" y="1647152"/>
                  </a:lnTo>
                  <a:lnTo>
                    <a:pt x="104053" y="1584576"/>
                  </a:lnTo>
                  <a:lnTo>
                    <a:pt x="149896" y="1530499"/>
                  </a:lnTo>
                  <a:lnTo>
                    <a:pt x="188940" y="1485336"/>
                  </a:lnTo>
                  <a:lnTo>
                    <a:pt x="220496" y="1449501"/>
                  </a:lnTo>
                  <a:lnTo>
                    <a:pt x="258384" y="1407471"/>
                  </a:lnTo>
                  <a:lnTo>
                    <a:pt x="303998" y="1358647"/>
                  </a:lnTo>
                  <a:lnTo>
                    <a:pt x="343974" y="1315400"/>
                  </a:lnTo>
                  <a:lnTo>
                    <a:pt x="383269" y="1272368"/>
                  </a:lnTo>
                  <a:lnTo>
                    <a:pt x="421888" y="1229554"/>
                  </a:lnTo>
                  <a:lnTo>
                    <a:pt x="459838" y="1186959"/>
                  </a:lnTo>
                  <a:lnTo>
                    <a:pt x="497124" y="1144586"/>
                  </a:lnTo>
                  <a:lnTo>
                    <a:pt x="533752" y="1102438"/>
                  </a:lnTo>
                  <a:lnTo>
                    <a:pt x="569728" y="1060518"/>
                  </a:lnTo>
                  <a:lnTo>
                    <a:pt x="605058" y="1018827"/>
                  </a:lnTo>
                  <a:lnTo>
                    <a:pt x="639748" y="977369"/>
                  </a:lnTo>
                  <a:lnTo>
                    <a:pt x="673804" y="936146"/>
                  </a:lnTo>
                  <a:lnTo>
                    <a:pt x="707231" y="895161"/>
                  </a:lnTo>
                  <a:lnTo>
                    <a:pt x="740036" y="854416"/>
                  </a:lnTo>
                  <a:lnTo>
                    <a:pt x="772223" y="813914"/>
                  </a:lnTo>
                  <a:lnTo>
                    <a:pt x="803800" y="773657"/>
                  </a:lnTo>
                  <a:lnTo>
                    <a:pt x="834771" y="733647"/>
                  </a:lnTo>
                  <a:lnTo>
                    <a:pt x="865144" y="693888"/>
                  </a:lnTo>
                  <a:lnTo>
                    <a:pt x="894923" y="654383"/>
                  </a:lnTo>
                  <a:lnTo>
                    <a:pt x="924114" y="615132"/>
                  </a:lnTo>
                  <a:lnTo>
                    <a:pt x="952723" y="576140"/>
                  </a:lnTo>
                  <a:lnTo>
                    <a:pt x="980757" y="537409"/>
                  </a:lnTo>
                  <a:lnTo>
                    <a:pt x="1008221" y="498940"/>
                  </a:lnTo>
                  <a:lnTo>
                    <a:pt x="1035121" y="460738"/>
                  </a:lnTo>
                  <a:lnTo>
                    <a:pt x="1061462" y="422804"/>
                  </a:lnTo>
                  <a:lnTo>
                    <a:pt x="1087251" y="385140"/>
                  </a:lnTo>
                  <a:lnTo>
                    <a:pt x="1112493" y="347751"/>
                  </a:lnTo>
                  <a:lnTo>
                    <a:pt x="1137195" y="310637"/>
                  </a:lnTo>
                  <a:lnTo>
                    <a:pt x="1161362" y="273801"/>
                  </a:lnTo>
                  <a:lnTo>
                    <a:pt x="1184999" y="237247"/>
                  </a:lnTo>
                  <a:lnTo>
                    <a:pt x="1208114" y="200977"/>
                  </a:lnTo>
                  <a:lnTo>
                    <a:pt x="1328434" y="0"/>
                  </a:lnTo>
                  <a:lnTo>
                    <a:pt x="1328434" y="1711325"/>
                  </a:lnTo>
                  <a:close/>
                </a:path>
              </a:pathLst>
            </a:custGeom>
            <a:solidFill>
              <a:srgbClr val="4D516B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91627" y="12992"/>
              <a:ext cx="4802505" cy="6845300"/>
            </a:xfrm>
            <a:custGeom>
              <a:avLst/>
              <a:gdLst/>
              <a:ahLst/>
              <a:cxnLst/>
              <a:rect l="l" t="t" r="r" b="b"/>
              <a:pathLst>
                <a:path w="4802505" h="6845300">
                  <a:moveTo>
                    <a:pt x="1133114" y="6845007"/>
                  </a:moveTo>
                  <a:lnTo>
                    <a:pt x="0" y="6845007"/>
                  </a:lnTo>
                  <a:lnTo>
                    <a:pt x="439630" y="5825900"/>
                  </a:lnTo>
                  <a:lnTo>
                    <a:pt x="954487" y="5020764"/>
                  </a:lnTo>
                  <a:lnTo>
                    <a:pt x="1377320" y="4503630"/>
                  </a:lnTo>
                  <a:lnTo>
                    <a:pt x="1552785" y="4320933"/>
                  </a:lnTo>
                  <a:lnTo>
                    <a:pt x="1607650" y="4267931"/>
                  </a:lnTo>
                  <a:lnTo>
                    <a:pt x="1661774" y="4215129"/>
                  </a:lnTo>
                  <a:lnTo>
                    <a:pt x="1715161" y="4162527"/>
                  </a:lnTo>
                  <a:lnTo>
                    <a:pt x="1767817" y="4110125"/>
                  </a:lnTo>
                  <a:lnTo>
                    <a:pt x="1819746" y="4057924"/>
                  </a:lnTo>
                  <a:lnTo>
                    <a:pt x="1870953" y="4005925"/>
                  </a:lnTo>
                  <a:lnTo>
                    <a:pt x="1921442" y="3954128"/>
                  </a:lnTo>
                  <a:lnTo>
                    <a:pt x="1971217" y="3902534"/>
                  </a:lnTo>
                  <a:lnTo>
                    <a:pt x="2020284" y="3851143"/>
                  </a:lnTo>
                  <a:lnTo>
                    <a:pt x="2068647" y="3799955"/>
                  </a:lnTo>
                  <a:lnTo>
                    <a:pt x="2116311" y="3748971"/>
                  </a:lnTo>
                  <a:lnTo>
                    <a:pt x="2163280" y="3698192"/>
                  </a:lnTo>
                  <a:lnTo>
                    <a:pt x="2209558" y="3647618"/>
                  </a:lnTo>
                  <a:lnTo>
                    <a:pt x="2255151" y="3597250"/>
                  </a:lnTo>
                  <a:lnTo>
                    <a:pt x="2300063" y="3547088"/>
                  </a:lnTo>
                  <a:lnTo>
                    <a:pt x="2344298" y="3497133"/>
                  </a:lnTo>
                  <a:lnTo>
                    <a:pt x="2387861" y="3447384"/>
                  </a:lnTo>
                  <a:lnTo>
                    <a:pt x="2430757" y="3397844"/>
                  </a:lnTo>
                  <a:lnTo>
                    <a:pt x="2472991" y="3348511"/>
                  </a:lnTo>
                  <a:lnTo>
                    <a:pt x="2514566" y="3299388"/>
                  </a:lnTo>
                  <a:lnTo>
                    <a:pt x="2555488" y="3250473"/>
                  </a:lnTo>
                  <a:lnTo>
                    <a:pt x="2595761" y="3201768"/>
                  </a:lnTo>
                  <a:lnTo>
                    <a:pt x="2635389" y="3153274"/>
                  </a:lnTo>
                  <a:lnTo>
                    <a:pt x="2674378" y="3104990"/>
                  </a:lnTo>
                  <a:lnTo>
                    <a:pt x="2712732" y="3056918"/>
                  </a:lnTo>
                  <a:lnTo>
                    <a:pt x="2750455" y="3009057"/>
                  </a:lnTo>
                  <a:lnTo>
                    <a:pt x="2787552" y="2961408"/>
                  </a:lnTo>
                  <a:lnTo>
                    <a:pt x="2824028" y="2913973"/>
                  </a:lnTo>
                  <a:lnTo>
                    <a:pt x="2859887" y="2866750"/>
                  </a:lnTo>
                  <a:lnTo>
                    <a:pt x="2895134" y="2819741"/>
                  </a:lnTo>
                  <a:lnTo>
                    <a:pt x="2929773" y="2772947"/>
                  </a:lnTo>
                  <a:lnTo>
                    <a:pt x="2963810" y="2726368"/>
                  </a:lnTo>
                  <a:lnTo>
                    <a:pt x="2997248" y="2680003"/>
                  </a:lnTo>
                  <a:lnTo>
                    <a:pt x="3030092" y="2633855"/>
                  </a:lnTo>
                  <a:lnTo>
                    <a:pt x="3062347" y="2587923"/>
                  </a:lnTo>
                  <a:lnTo>
                    <a:pt x="3094017" y="2542208"/>
                  </a:lnTo>
                  <a:lnTo>
                    <a:pt x="3125107" y="2496710"/>
                  </a:lnTo>
                  <a:lnTo>
                    <a:pt x="3155622" y="2451430"/>
                  </a:lnTo>
                  <a:lnTo>
                    <a:pt x="3185566" y="2406369"/>
                  </a:lnTo>
                  <a:lnTo>
                    <a:pt x="3214944" y="2361526"/>
                  </a:lnTo>
                  <a:lnTo>
                    <a:pt x="3243760" y="2316903"/>
                  </a:lnTo>
                  <a:lnTo>
                    <a:pt x="3272020" y="2272499"/>
                  </a:lnTo>
                  <a:lnTo>
                    <a:pt x="3299726" y="2228317"/>
                  </a:lnTo>
                  <a:lnTo>
                    <a:pt x="3326885" y="2184355"/>
                  </a:lnTo>
                  <a:lnTo>
                    <a:pt x="3353501" y="2140614"/>
                  </a:lnTo>
                  <a:lnTo>
                    <a:pt x="3379577" y="2097096"/>
                  </a:lnTo>
                  <a:lnTo>
                    <a:pt x="3405120" y="2053800"/>
                  </a:lnTo>
                  <a:lnTo>
                    <a:pt x="3430133" y="2010726"/>
                  </a:lnTo>
                  <a:lnTo>
                    <a:pt x="3454622" y="1967877"/>
                  </a:lnTo>
                  <a:lnTo>
                    <a:pt x="3478590" y="1925251"/>
                  </a:lnTo>
                  <a:lnTo>
                    <a:pt x="3502042" y="1882850"/>
                  </a:lnTo>
                  <a:lnTo>
                    <a:pt x="3524983" y="1840674"/>
                  </a:lnTo>
                  <a:lnTo>
                    <a:pt x="3547418" y="1798723"/>
                  </a:lnTo>
                  <a:lnTo>
                    <a:pt x="3569351" y="1756999"/>
                  </a:lnTo>
                  <a:lnTo>
                    <a:pt x="3590786" y="1715501"/>
                  </a:lnTo>
                  <a:lnTo>
                    <a:pt x="3611729" y="1674230"/>
                  </a:lnTo>
                  <a:lnTo>
                    <a:pt x="3632183" y="1633186"/>
                  </a:lnTo>
                  <a:lnTo>
                    <a:pt x="3652154" y="1592371"/>
                  </a:lnTo>
                  <a:lnTo>
                    <a:pt x="3671646" y="1551784"/>
                  </a:lnTo>
                  <a:lnTo>
                    <a:pt x="3690664" y="1511426"/>
                  </a:lnTo>
                  <a:lnTo>
                    <a:pt x="3709211" y="1471298"/>
                  </a:lnTo>
                  <a:lnTo>
                    <a:pt x="3727294" y="1431400"/>
                  </a:lnTo>
                  <a:lnTo>
                    <a:pt x="3744916" y="1391733"/>
                  </a:lnTo>
                  <a:lnTo>
                    <a:pt x="3762082" y="1352297"/>
                  </a:lnTo>
                  <a:lnTo>
                    <a:pt x="3778796" y="1313092"/>
                  </a:lnTo>
                  <a:lnTo>
                    <a:pt x="3795064" y="1274120"/>
                  </a:lnTo>
                  <a:lnTo>
                    <a:pt x="3810890" y="1235380"/>
                  </a:lnTo>
                  <a:lnTo>
                    <a:pt x="3826277" y="1196874"/>
                  </a:lnTo>
                  <a:lnTo>
                    <a:pt x="3841232" y="1158601"/>
                  </a:lnTo>
                  <a:lnTo>
                    <a:pt x="3855759" y="1120562"/>
                  </a:lnTo>
                  <a:lnTo>
                    <a:pt x="3869861" y="1082758"/>
                  </a:lnTo>
                  <a:lnTo>
                    <a:pt x="3883544" y="1045189"/>
                  </a:lnTo>
                  <a:lnTo>
                    <a:pt x="3896813" y="1007856"/>
                  </a:lnTo>
                  <a:lnTo>
                    <a:pt x="3909671" y="970759"/>
                  </a:lnTo>
                  <a:lnTo>
                    <a:pt x="3922124" y="933899"/>
                  </a:lnTo>
                  <a:lnTo>
                    <a:pt x="3934176" y="897276"/>
                  </a:lnTo>
                  <a:lnTo>
                    <a:pt x="3945832" y="860891"/>
                  </a:lnTo>
                  <a:lnTo>
                    <a:pt x="3967973" y="788836"/>
                  </a:lnTo>
                  <a:lnTo>
                    <a:pt x="3988584" y="717738"/>
                  </a:lnTo>
                  <a:lnTo>
                    <a:pt x="4007702" y="647601"/>
                  </a:lnTo>
                  <a:lnTo>
                    <a:pt x="4025363" y="578430"/>
                  </a:lnTo>
                  <a:lnTo>
                    <a:pt x="4041604" y="510228"/>
                  </a:lnTo>
                  <a:lnTo>
                    <a:pt x="4056462" y="443000"/>
                  </a:lnTo>
                  <a:lnTo>
                    <a:pt x="4069974" y="376749"/>
                  </a:lnTo>
                  <a:lnTo>
                    <a:pt x="4082176" y="311479"/>
                  </a:lnTo>
                  <a:lnTo>
                    <a:pt x="4093105" y="247196"/>
                  </a:lnTo>
                  <a:lnTo>
                    <a:pt x="4102798" y="183902"/>
                  </a:lnTo>
                  <a:lnTo>
                    <a:pt x="4111291" y="121602"/>
                  </a:lnTo>
                  <a:lnTo>
                    <a:pt x="4118622" y="60300"/>
                  </a:lnTo>
                  <a:lnTo>
                    <a:pt x="4124827" y="0"/>
                  </a:lnTo>
                  <a:lnTo>
                    <a:pt x="4802436" y="0"/>
                  </a:lnTo>
                  <a:lnTo>
                    <a:pt x="4787292" y="45455"/>
                  </a:lnTo>
                  <a:lnTo>
                    <a:pt x="4771735" y="90849"/>
                  </a:lnTo>
                  <a:lnTo>
                    <a:pt x="4755771" y="136183"/>
                  </a:lnTo>
                  <a:lnTo>
                    <a:pt x="4739406" y="181456"/>
                  </a:lnTo>
                  <a:lnTo>
                    <a:pt x="4722647" y="226669"/>
                  </a:lnTo>
                  <a:lnTo>
                    <a:pt x="4705499" y="271822"/>
                  </a:lnTo>
                  <a:lnTo>
                    <a:pt x="4687968" y="316917"/>
                  </a:lnTo>
                  <a:lnTo>
                    <a:pt x="4670061" y="361954"/>
                  </a:lnTo>
                  <a:lnTo>
                    <a:pt x="4651784" y="406932"/>
                  </a:lnTo>
                  <a:lnTo>
                    <a:pt x="4633142" y="451854"/>
                  </a:lnTo>
                  <a:lnTo>
                    <a:pt x="4614142" y="496718"/>
                  </a:lnTo>
                  <a:lnTo>
                    <a:pt x="4594791" y="541527"/>
                  </a:lnTo>
                  <a:lnTo>
                    <a:pt x="4575093" y="586279"/>
                  </a:lnTo>
                  <a:lnTo>
                    <a:pt x="4555056" y="630977"/>
                  </a:lnTo>
                  <a:lnTo>
                    <a:pt x="4534686" y="675619"/>
                  </a:lnTo>
                  <a:lnTo>
                    <a:pt x="4513988" y="720208"/>
                  </a:lnTo>
                  <a:lnTo>
                    <a:pt x="4492968" y="764743"/>
                  </a:lnTo>
                  <a:lnTo>
                    <a:pt x="4471634" y="809224"/>
                  </a:lnTo>
                  <a:lnTo>
                    <a:pt x="4449990" y="853653"/>
                  </a:lnTo>
                  <a:lnTo>
                    <a:pt x="4428043" y="898030"/>
                  </a:lnTo>
                  <a:lnTo>
                    <a:pt x="4405799" y="942355"/>
                  </a:lnTo>
                  <a:lnTo>
                    <a:pt x="4383265" y="986629"/>
                  </a:lnTo>
                  <a:lnTo>
                    <a:pt x="4360446" y="1030852"/>
                  </a:lnTo>
                  <a:lnTo>
                    <a:pt x="4337348" y="1075026"/>
                  </a:lnTo>
                  <a:lnTo>
                    <a:pt x="4313979" y="1119149"/>
                  </a:lnTo>
                  <a:lnTo>
                    <a:pt x="4290342" y="1163224"/>
                  </a:lnTo>
                  <a:lnTo>
                    <a:pt x="4242296" y="1251228"/>
                  </a:lnTo>
                  <a:lnTo>
                    <a:pt x="4193257" y="1339043"/>
                  </a:lnTo>
                  <a:lnTo>
                    <a:pt x="4143276" y="1426671"/>
                  </a:lnTo>
                  <a:lnTo>
                    <a:pt x="4092401" y="1514117"/>
                  </a:lnTo>
                  <a:lnTo>
                    <a:pt x="4040681" y="1601386"/>
                  </a:lnTo>
                  <a:lnTo>
                    <a:pt x="3988165" y="1688482"/>
                  </a:lnTo>
                  <a:lnTo>
                    <a:pt x="3934903" y="1775408"/>
                  </a:lnTo>
                  <a:lnTo>
                    <a:pt x="3880942" y="1862169"/>
                  </a:lnTo>
                  <a:lnTo>
                    <a:pt x="3826332" y="1948768"/>
                  </a:lnTo>
                  <a:lnTo>
                    <a:pt x="3771122" y="2035211"/>
                  </a:lnTo>
                  <a:lnTo>
                    <a:pt x="3715361" y="2121500"/>
                  </a:lnTo>
                  <a:lnTo>
                    <a:pt x="3630793" y="2250657"/>
                  </a:lnTo>
                  <a:lnTo>
                    <a:pt x="3545260" y="2379493"/>
                  </a:lnTo>
                  <a:lnTo>
                    <a:pt x="3430000" y="2550799"/>
                  </a:lnTo>
                  <a:lnTo>
                    <a:pt x="3284523" y="2764215"/>
                  </a:lnTo>
                  <a:lnTo>
                    <a:pt x="2933388" y="3273529"/>
                  </a:lnTo>
                  <a:lnTo>
                    <a:pt x="2701816" y="3611155"/>
                  </a:lnTo>
                  <a:lnTo>
                    <a:pt x="2587960" y="3779492"/>
                  </a:lnTo>
                  <a:lnTo>
                    <a:pt x="2503733" y="3905563"/>
                  </a:lnTo>
                  <a:lnTo>
                    <a:pt x="2420689" y="4031495"/>
                  </a:lnTo>
                  <a:lnTo>
                    <a:pt x="2338993" y="4157300"/>
                  </a:lnTo>
                  <a:lnTo>
                    <a:pt x="2285359" y="4241107"/>
                  </a:lnTo>
                  <a:lnTo>
                    <a:pt x="2232447" y="4324869"/>
                  </a:lnTo>
                  <a:lnTo>
                    <a:pt x="2180305" y="4408589"/>
                  </a:lnTo>
                  <a:lnTo>
                    <a:pt x="2149799" y="4458302"/>
                  </a:lnTo>
                  <a:lnTo>
                    <a:pt x="2119761" y="4507940"/>
                  </a:lnTo>
                  <a:lnTo>
                    <a:pt x="2090186" y="4557499"/>
                  </a:lnTo>
                  <a:lnTo>
                    <a:pt x="2061071" y="4606978"/>
                  </a:lnTo>
                  <a:lnTo>
                    <a:pt x="2032413" y="4656372"/>
                  </a:lnTo>
                  <a:lnTo>
                    <a:pt x="2004208" y="4705680"/>
                  </a:lnTo>
                  <a:lnTo>
                    <a:pt x="1976452" y="4754898"/>
                  </a:lnTo>
                  <a:lnTo>
                    <a:pt x="1949143" y="4804024"/>
                  </a:lnTo>
                  <a:lnTo>
                    <a:pt x="1922277" y="4853055"/>
                  </a:lnTo>
                  <a:lnTo>
                    <a:pt x="1895850" y="4901987"/>
                  </a:lnTo>
                  <a:lnTo>
                    <a:pt x="1869859" y="4950818"/>
                  </a:lnTo>
                  <a:lnTo>
                    <a:pt x="1844300" y="4999545"/>
                  </a:lnTo>
                  <a:lnTo>
                    <a:pt x="1819171" y="5048166"/>
                  </a:lnTo>
                  <a:lnTo>
                    <a:pt x="1794466" y="5096677"/>
                  </a:lnTo>
                  <a:lnTo>
                    <a:pt x="1770184" y="5145076"/>
                  </a:lnTo>
                  <a:lnTo>
                    <a:pt x="1746321" y="5193359"/>
                  </a:lnTo>
                  <a:lnTo>
                    <a:pt x="1722872" y="5241525"/>
                  </a:lnTo>
                  <a:lnTo>
                    <a:pt x="1699835" y="5289569"/>
                  </a:lnTo>
                  <a:lnTo>
                    <a:pt x="1677206" y="5337489"/>
                  </a:lnTo>
                  <a:lnTo>
                    <a:pt x="1654982" y="5385283"/>
                  </a:lnTo>
                  <a:lnTo>
                    <a:pt x="1633159" y="5432948"/>
                  </a:lnTo>
                  <a:lnTo>
                    <a:pt x="1611734" y="5480480"/>
                  </a:lnTo>
                  <a:lnTo>
                    <a:pt x="1590703" y="5527877"/>
                  </a:lnTo>
                  <a:lnTo>
                    <a:pt x="1570063" y="5575136"/>
                  </a:lnTo>
                  <a:lnTo>
                    <a:pt x="1549811" y="5622254"/>
                  </a:lnTo>
                  <a:lnTo>
                    <a:pt x="1529942" y="5669228"/>
                  </a:lnTo>
                  <a:lnTo>
                    <a:pt x="1510454" y="5716056"/>
                  </a:lnTo>
                  <a:lnTo>
                    <a:pt x="1491343" y="5762734"/>
                  </a:lnTo>
                  <a:lnTo>
                    <a:pt x="1472606" y="5809260"/>
                  </a:lnTo>
                  <a:lnTo>
                    <a:pt x="1454238" y="5855631"/>
                  </a:lnTo>
                  <a:lnTo>
                    <a:pt x="1436237" y="5901843"/>
                  </a:lnTo>
                  <a:lnTo>
                    <a:pt x="1418600" y="5947895"/>
                  </a:lnTo>
                  <a:lnTo>
                    <a:pt x="1401321" y="5993784"/>
                  </a:lnTo>
                  <a:lnTo>
                    <a:pt x="1384400" y="6039506"/>
                  </a:lnTo>
                  <a:lnTo>
                    <a:pt x="1367831" y="6085058"/>
                  </a:lnTo>
                  <a:lnTo>
                    <a:pt x="1351611" y="6130438"/>
                  </a:lnTo>
                  <a:lnTo>
                    <a:pt x="1335737" y="6175644"/>
                  </a:lnTo>
                  <a:lnTo>
                    <a:pt x="1320206" y="6220671"/>
                  </a:lnTo>
                  <a:lnTo>
                    <a:pt x="1305013" y="6265517"/>
                  </a:lnTo>
                  <a:lnTo>
                    <a:pt x="1290156" y="6310180"/>
                  </a:lnTo>
                  <a:lnTo>
                    <a:pt x="1275631" y="6354657"/>
                  </a:lnTo>
                  <a:lnTo>
                    <a:pt x="1247562" y="6443039"/>
                  </a:lnTo>
                  <a:lnTo>
                    <a:pt x="1220781" y="6530641"/>
                  </a:lnTo>
                  <a:lnTo>
                    <a:pt x="1195258" y="6617441"/>
                  </a:lnTo>
                  <a:lnTo>
                    <a:pt x="1170966" y="6703415"/>
                  </a:lnTo>
                  <a:lnTo>
                    <a:pt x="1147877" y="6788540"/>
                  </a:lnTo>
                  <a:lnTo>
                    <a:pt x="1133114" y="6845007"/>
                  </a:lnTo>
                  <a:close/>
                </a:path>
              </a:pathLst>
            </a:custGeom>
            <a:solidFill>
              <a:srgbClr val="4D516B">
                <a:alpha val="98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92727" y="0"/>
              <a:ext cx="4433570" cy="6858000"/>
            </a:xfrm>
            <a:custGeom>
              <a:avLst/>
              <a:gdLst/>
              <a:ahLst/>
              <a:cxnLst/>
              <a:rect l="l" t="t" r="r" b="b"/>
              <a:pathLst>
                <a:path w="4433570" h="6858000">
                  <a:moveTo>
                    <a:pt x="865203" y="6858000"/>
                  </a:moveTo>
                  <a:lnTo>
                    <a:pt x="0" y="6858000"/>
                  </a:lnTo>
                  <a:lnTo>
                    <a:pt x="392668" y="5686623"/>
                  </a:lnTo>
                  <a:lnTo>
                    <a:pt x="997792" y="4646450"/>
                  </a:lnTo>
                  <a:lnTo>
                    <a:pt x="1551507" y="3906748"/>
                  </a:lnTo>
                  <a:lnTo>
                    <a:pt x="1793848" y="3625151"/>
                  </a:lnTo>
                  <a:lnTo>
                    <a:pt x="2937625" y="2165156"/>
                  </a:lnTo>
                  <a:lnTo>
                    <a:pt x="3517745" y="1018295"/>
                  </a:lnTo>
                  <a:lnTo>
                    <a:pt x="3725520" y="268574"/>
                  </a:lnTo>
                  <a:lnTo>
                    <a:pt x="3752265" y="0"/>
                  </a:lnTo>
                  <a:lnTo>
                    <a:pt x="4432972" y="0"/>
                  </a:lnTo>
                  <a:lnTo>
                    <a:pt x="4431760" y="47171"/>
                  </a:lnTo>
                  <a:lnTo>
                    <a:pt x="4429621" y="94096"/>
                  </a:lnTo>
                  <a:lnTo>
                    <a:pt x="4426566" y="140780"/>
                  </a:lnTo>
                  <a:lnTo>
                    <a:pt x="4422610" y="187224"/>
                  </a:lnTo>
                  <a:lnTo>
                    <a:pt x="4417766" y="233432"/>
                  </a:lnTo>
                  <a:lnTo>
                    <a:pt x="4412047" y="279406"/>
                  </a:lnTo>
                  <a:lnTo>
                    <a:pt x="4405466" y="325149"/>
                  </a:lnTo>
                  <a:lnTo>
                    <a:pt x="4398038" y="370665"/>
                  </a:lnTo>
                  <a:lnTo>
                    <a:pt x="4389774" y="415956"/>
                  </a:lnTo>
                  <a:lnTo>
                    <a:pt x="4380690" y="461026"/>
                  </a:lnTo>
                  <a:lnTo>
                    <a:pt x="4370797" y="505877"/>
                  </a:lnTo>
                  <a:lnTo>
                    <a:pt x="4360110" y="550512"/>
                  </a:lnTo>
                  <a:lnTo>
                    <a:pt x="4348642" y="594935"/>
                  </a:lnTo>
                  <a:lnTo>
                    <a:pt x="4336405" y="639147"/>
                  </a:lnTo>
                  <a:lnTo>
                    <a:pt x="4323415" y="683153"/>
                  </a:lnTo>
                  <a:lnTo>
                    <a:pt x="4309683" y="726955"/>
                  </a:lnTo>
                  <a:lnTo>
                    <a:pt x="4295224" y="770556"/>
                  </a:lnTo>
                  <a:lnTo>
                    <a:pt x="4280050" y="813959"/>
                  </a:lnTo>
                  <a:lnTo>
                    <a:pt x="4264175" y="857167"/>
                  </a:lnTo>
                  <a:lnTo>
                    <a:pt x="4247613" y="900182"/>
                  </a:lnTo>
                  <a:lnTo>
                    <a:pt x="4230376" y="943009"/>
                  </a:lnTo>
                  <a:lnTo>
                    <a:pt x="4212479" y="985649"/>
                  </a:lnTo>
                  <a:lnTo>
                    <a:pt x="4193934" y="1028107"/>
                  </a:lnTo>
                  <a:lnTo>
                    <a:pt x="4174755" y="1070384"/>
                  </a:lnTo>
                  <a:lnTo>
                    <a:pt x="4154955" y="1112484"/>
                  </a:lnTo>
                  <a:lnTo>
                    <a:pt x="4134548" y="1154409"/>
                  </a:lnTo>
                  <a:lnTo>
                    <a:pt x="4113547" y="1196163"/>
                  </a:lnTo>
                  <a:lnTo>
                    <a:pt x="4091965" y="1237749"/>
                  </a:lnTo>
                  <a:lnTo>
                    <a:pt x="4069816" y="1279169"/>
                  </a:lnTo>
                  <a:lnTo>
                    <a:pt x="4047113" y="1320427"/>
                  </a:lnTo>
                  <a:lnTo>
                    <a:pt x="4023870" y="1361525"/>
                  </a:lnTo>
                  <a:lnTo>
                    <a:pt x="4000099" y="1402467"/>
                  </a:lnTo>
                  <a:lnTo>
                    <a:pt x="3975815" y="1443255"/>
                  </a:lnTo>
                  <a:lnTo>
                    <a:pt x="3951030" y="1483892"/>
                  </a:lnTo>
                  <a:lnTo>
                    <a:pt x="3925758" y="1524382"/>
                  </a:lnTo>
                  <a:lnTo>
                    <a:pt x="3900013" y="1564727"/>
                  </a:lnTo>
                  <a:lnTo>
                    <a:pt x="3873807" y="1604930"/>
                  </a:lnTo>
                  <a:lnTo>
                    <a:pt x="3847155" y="1644994"/>
                  </a:lnTo>
                  <a:lnTo>
                    <a:pt x="3820069" y="1684923"/>
                  </a:lnTo>
                  <a:lnTo>
                    <a:pt x="3792562" y="1724719"/>
                  </a:lnTo>
                  <a:lnTo>
                    <a:pt x="3764649" y="1764384"/>
                  </a:lnTo>
                  <a:lnTo>
                    <a:pt x="3736343" y="1803923"/>
                  </a:lnTo>
                  <a:lnTo>
                    <a:pt x="3707656" y="1843338"/>
                  </a:lnTo>
                  <a:lnTo>
                    <a:pt x="3678603" y="1882631"/>
                  </a:lnTo>
                  <a:lnTo>
                    <a:pt x="3649197" y="1921807"/>
                  </a:lnTo>
                  <a:lnTo>
                    <a:pt x="3619450" y="1960867"/>
                  </a:lnTo>
                  <a:lnTo>
                    <a:pt x="3589378" y="1999815"/>
                  </a:lnTo>
                  <a:lnTo>
                    <a:pt x="3558991" y="2038654"/>
                  </a:lnTo>
                  <a:lnTo>
                    <a:pt x="3528305" y="2077387"/>
                  </a:lnTo>
                  <a:lnTo>
                    <a:pt x="3497333" y="2116016"/>
                  </a:lnTo>
                  <a:lnTo>
                    <a:pt x="3466088" y="2154545"/>
                  </a:lnTo>
                  <a:lnTo>
                    <a:pt x="3402831" y="2231314"/>
                  </a:lnTo>
                  <a:lnTo>
                    <a:pt x="3338643" y="2307717"/>
                  </a:lnTo>
                  <a:lnTo>
                    <a:pt x="3273629" y="2383777"/>
                  </a:lnTo>
                  <a:lnTo>
                    <a:pt x="3207898" y="2459519"/>
                  </a:lnTo>
                  <a:lnTo>
                    <a:pt x="3141556" y="2534966"/>
                  </a:lnTo>
                  <a:lnTo>
                    <a:pt x="3041132" y="2647636"/>
                  </a:lnTo>
                  <a:lnTo>
                    <a:pt x="2939935" y="2759775"/>
                  </a:lnTo>
                  <a:lnTo>
                    <a:pt x="2501292" y="3241531"/>
                  </a:lnTo>
                  <a:lnTo>
                    <a:pt x="2402072" y="3352191"/>
                  </a:lnTo>
                  <a:lnTo>
                    <a:pt x="2336743" y="3425945"/>
                  </a:lnTo>
                  <a:lnTo>
                    <a:pt x="2272195" y="3499713"/>
                  </a:lnTo>
                  <a:lnTo>
                    <a:pt x="2208533" y="3573516"/>
                  </a:lnTo>
                  <a:lnTo>
                    <a:pt x="2145865" y="3647380"/>
                  </a:lnTo>
                  <a:lnTo>
                    <a:pt x="2084297" y="3721328"/>
                  </a:lnTo>
                  <a:lnTo>
                    <a:pt x="1342706" y="4881874"/>
                  </a:lnTo>
                  <a:lnTo>
                    <a:pt x="984769" y="5889812"/>
                  </a:lnTo>
                  <a:lnTo>
                    <a:pt x="871749" y="6600584"/>
                  </a:lnTo>
                  <a:lnTo>
                    <a:pt x="865203" y="6858000"/>
                  </a:lnTo>
                  <a:close/>
                </a:path>
              </a:pathLst>
            </a:custGeom>
            <a:solidFill>
              <a:srgbClr val="E4CD9A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410055" y="40119"/>
              <a:ext cx="4422140" cy="6817995"/>
            </a:xfrm>
            <a:custGeom>
              <a:avLst/>
              <a:gdLst/>
              <a:ahLst/>
              <a:cxnLst/>
              <a:rect l="l" t="t" r="r" b="b"/>
              <a:pathLst>
                <a:path w="4422140" h="6817995">
                  <a:moveTo>
                    <a:pt x="854585" y="6817880"/>
                  </a:moveTo>
                  <a:lnTo>
                    <a:pt x="0" y="6817880"/>
                  </a:lnTo>
                  <a:lnTo>
                    <a:pt x="381382" y="5681244"/>
                  </a:lnTo>
                  <a:lnTo>
                    <a:pt x="986502" y="4642056"/>
                  </a:lnTo>
                  <a:lnTo>
                    <a:pt x="1540213" y="3903053"/>
                  </a:lnTo>
                  <a:lnTo>
                    <a:pt x="1782552" y="3621722"/>
                  </a:lnTo>
                  <a:lnTo>
                    <a:pt x="2926329" y="2163109"/>
                  </a:lnTo>
                  <a:lnTo>
                    <a:pt x="3506449" y="1017333"/>
                  </a:lnTo>
                  <a:lnTo>
                    <a:pt x="3714224" y="268321"/>
                  </a:lnTo>
                  <a:lnTo>
                    <a:pt x="3740968" y="0"/>
                  </a:lnTo>
                  <a:lnTo>
                    <a:pt x="4421688" y="0"/>
                  </a:lnTo>
                  <a:lnTo>
                    <a:pt x="4420477" y="47126"/>
                  </a:lnTo>
                  <a:lnTo>
                    <a:pt x="4418337" y="94008"/>
                  </a:lnTo>
                  <a:lnTo>
                    <a:pt x="4415282" y="140647"/>
                  </a:lnTo>
                  <a:lnTo>
                    <a:pt x="4411325" y="187047"/>
                  </a:lnTo>
                  <a:lnTo>
                    <a:pt x="4406481" y="233211"/>
                  </a:lnTo>
                  <a:lnTo>
                    <a:pt x="4400761" y="279142"/>
                  </a:lnTo>
                  <a:lnTo>
                    <a:pt x="4394180" y="324842"/>
                  </a:lnTo>
                  <a:lnTo>
                    <a:pt x="4386751" y="370315"/>
                  </a:lnTo>
                  <a:lnTo>
                    <a:pt x="4378488" y="415564"/>
                  </a:lnTo>
                  <a:lnTo>
                    <a:pt x="4369403" y="460591"/>
                  </a:lnTo>
                  <a:lnTo>
                    <a:pt x="4359510" y="505400"/>
                  </a:lnTo>
                  <a:lnTo>
                    <a:pt x="4348822" y="549993"/>
                  </a:lnTo>
                  <a:lnTo>
                    <a:pt x="4337354" y="594373"/>
                  </a:lnTo>
                  <a:lnTo>
                    <a:pt x="4325117" y="638544"/>
                  </a:lnTo>
                  <a:lnTo>
                    <a:pt x="4312126" y="682508"/>
                  </a:lnTo>
                  <a:lnTo>
                    <a:pt x="4298394" y="726269"/>
                  </a:lnTo>
                  <a:lnTo>
                    <a:pt x="4283934" y="769829"/>
                  </a:lnTo>
                  <a:lnTo>
                    <a:pt x="4268760" y="813191"/>
                  </a:lnTo>
                  <a:lnTo>
                    <a:pt x="4252885" y="856358"/>
                  </a:lnTo>
                  <a:lnTo>
                    <a:pt x="4236322" y="899333"/>
                  </a:lnTo>
                  <a:lnTo>
                    <a:pt x="4219085" y="942119"/>
                  </a:lnTo>
                  <a:lnTo>
                    <a:pt x="4201188" y="984719"/>
                  </a:lnTo>
                  <a:lnTo>
                    <a:pt x="4182642" y="1027137"/>
                  </a:lnTo>
                  <a:lnTo>
                    <a:pt x="4163463" y="1069374"/>
                  </a:lnTo>
                  <a:lnTo>
                    <a:pt x="4143662" y="1111434"/>
                  </a:lnTo>
                  <a:lnTo>
                    <a:pt x="4123255" y="1153320"/>
                  </a:lnTo>
                  <a:lnTo>
                    <a:pt x="4102253" y="1195035"/>
                  </a:lnTo>
                  <a:lnTo>
                    <a:pt x="4080671" y="1236581"/>
                  </a:lnTo>
                  <a:lnTo>
                    <a:pt x="4058521" y="1277962"/>
                  </a:lnTo>
                  <a:lnTo>
                    <a:pt x="4035818" y="1319181"/>
                  </a:lnTo>
                  <a:lnTo>
                    <a:pt x="4012573" y="1360241"/>
                  </a:lnTo>
                  <a:lnTo>
                    <a:pt x="3988802" y="1401144"/>
                  </a:lnTo>
                  <a:lnTo>
                    <a:pt x="3964517" y="1441893"/>
                  </a:lnTo>
                  <a:lnTo>
                    <a:pt x="3939732" y="1482492"/>
                  </a:lnTo>
                  <a:lnTo>
                    <a:pt x="3914459" y="1522944"/>
                  </a:lnTo>
                  <a:lnTo>
                    <a:pt x="3888713" y="1563251"/>
                  </a:lnTo>
                  <a:lnTo>
                    <a:pt x="3862506" y="1603416"/>
                  </a:lnTo>
                  <a:lnTo>
                    <a:pt x="3835853" y="1643442"/>
                  </a:lnTo>
                  <a:lnTo>
                    <a:pt x="3808766" y="1683333"/>
                  </a:lnTo>
                  <a:lnTo>
                    <a:pt x="3781259" y="1723091"/>
                  </a:lnTo>
                  <a:lnTo>
                    <a:pt x="3753344" y="1762720"/>
                  </a:lnTo>
                  <a:lnTo>
                    <a:pt x="3725037" y="1802221"/>
                  </a:lnTo>
                  <a:lnTo>
                    <a:pt x="3696349" y="1841598"/>
                  </a:lnTo>
                  <a:lnTo>
                    <a:pt x="3667295" y="1880855"/>
                  </a:lnTo>
                  <a:lnTo>
                    <a:pt x="3637887" y="1919993"/>
                  </a:lnTo>
                  <a:lnTo>
                    <a:pt x="3608139" y="1959017"/>
                  </a:lnTo>
                  <a:lnTo>
                    <a:pt x="3578065" y="1997928"/>
                  </a:lnTo>
                  <a:lnTo>
                    <a:pt x="3547677" y="2036731"/>
                  </a:lnTo>
                  <a:lnTo>
                    <a:pt x="3516990" y="2075427"/>
                  </a:lnTo>
                  <a:lnTo>
                    <a:pt x="3486016" y="2114020"/>
                  </a:lnTo>
                  <a:lnTo>
                    <a:pt x="3454769" y="2152512"/>
                  </a:lnTo>
                  <a:lnTo>
                    <a:pt x="3391508" y="2229208"/>
                  </a:lnTo>
                  <a:lnTo>
                    <a:pt x="3327316" y="2305539"/>
                  </a:lnTo>
                  <a:lnTo>
                    <a:pt x="3262299" y="2381528"/>
                  </a:lnTo>
                  <a:lnTo>
                    <a:pt x="3196563" y="2457198"/>
                  </a:lnTo>
                  <a:lnTo>
                    <a:pt x="3130216" y="2532574"/>
                  </a:lnTo>
                  <a:lnTo>
                    <a:pt x="3029784" y="2645137"/>
                  </a:lnTo>
                  <a:lnTo>
                    <a:pt x="2928578" y="2757170"/>
                  </a:lnTo>
                  <a:lnTo>
                    <a:pt x="2489887" y="3238469"/>
                  </a:lnTo>
                  <a:lnTo>
                    <a:pt x="2390652" y="3349024"/>
                  </a:lnTo>
                  <a:lnTo>
                    <a:pt x="2325314" y="3422708"/>
                  </a:lnTo>
                  <a:lnTo>
                    <a:pt x="2260755" y="3496406"/>
                  </a:lnTo>
                  <a:lnTo>
                    <a:pt x="2197082" y="3570139"/>
                  </a:lnTo>
                  <a:lnTo>
                    <a:pt x="2134403" y="3643933"/>
                  </a:lnTo>
                  <a:lnTo>
                    <a:pt x="2072823" y="3717810"/>
                  </a:lnTo>
                  <a:lnTo>
                    <a:pt x="1331232" y="4877257"/>
                  </a:lnTo>
                  <a:lnTo>
                    <a:pt x="973296" y="5884240"/>
                  </a:lnTo>
                  <a:lnTo>
                    <a:pt x="860275" y="6594338"/>
                  </a:lnTo>
                  <a:lnTo>
                    <a:pt x="854585" y="6817880"/>
                  </a:lnTo>
                  <a:close/>
                </a:path>
              </a:pathLst>
            </a:custGeom>
            <a:solidFill>
              <a:srgbClr val="FFFFFF">
                <a:alpha val="540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318515" y="5416296"/>
            <a:ext cx="1462405" cy="304800"/>
          </a:xfrm>
          <a:custGeom>
            <a:avLst/>
            <a:gdLst/>
            <a:ahLst/>
            <a:cxnLst/>
            <a:rect l="l" t="t" r="r" b="b"/>
            <a:pathLst>
              <a:path w="1462405" h="304800">
                <a:moveTo>
                  <a:pt x="1310640" y="304800"/>
                </a:moveTo>
                <a:lnTo>
                  <a:pt x="152400" y="304800"/>
                </a:lnTo>
                <a:lnTo>
                  <a:pt x="104090" y="297101"/>
                </a:lnTo>
                <a:lnTo>
                  <a:pt x="62192" y="275509"/>
                </a:lnTo>
                <a:lnTo>
                  <a:pt x="29208" y="242525"/>
                </a:lnTo>
                <a:lnTo>
                  <a:pt x="7643" y="200654"/>
                </a:lnTo>
                <a:lnTo>
                  <a:pt x="0" y="152400"/>
                </a:lnTo>
                <a:lnTo>
                  <a:pt x="7643" y="104375"/>
                </a:lnTo>
                <a:lnTo>
                  <a:pt x="29208" y="62618"/>
                </a:lnTo>
                <a:lnTo>
                  <a:pt x="62192" y="29632"/>
                </a:lnTo>
                <a:lnTo>
                  <a:pt x="104090" y="7924"/>
                </a:lnTo>
                <a:lnTo>
                  <a:pt x="152400" y="0"/>
                </a:lnTo>
                <a:lnTo>
                  <a:pt x="1310640" y="0"/>
                </a:lnTo>
                <a:lnTo>
                  <a:pt x="1358407" y="7926"/>
                </a:lnTo>
                <a:lnTo>
                  <a:pt x="1399992" y="29648"/>
                </a:lnTo>
                <a:lnTo>
                  <a:pt x="1432848" y="62670"/>
                </a:lnTo>
                <a:lnTo>
                  <a:pt x="1454429" y="104499"/>
                </a:lnTo>
                <a:lnTo>
                  <a:pt x="1462189" y="152641"/>
                </a:lnTo>
                <a:lnTo>
                  <a:pt x="1454429" y="200778"/>
                </a:lnTo>
                <a:lnTo>
                  <a:pt x="1432848" y="242577"/>
                </a:lnTo>
                <a:lnTo>
                  <a:pt x="1399992" y="275524"/>
                </a:lnTo>
                <a:lnTo>
                  <a:pt x="1358407" y="297103"/>
                </a:lnTo>
                <a:lnTo>
                  <a:pt x="1310640" y="304800"/>
                </a:lnTo>
                <a:close/>
              </a:path>
            </a:pathLst>
          </a:custGeom>
          <a:solidFill>
            <a:srgbClr val="4D51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1012" y="5439651"/>
            <a:ext cx="737235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sz="1400">
                <a:solidFill>
                  <a:schemeClr val="bg1"/>
                </a:solidFill>
                <a:latin typeface="黑体" panose="02010609060101010101" charset="-122"/>
                <a:cs typeface="黑体" panose="02010609060101010101" charset="-122"/>
              </a:rPr>
              <a:t>谢谢观看</a:t>
            </a:r>
            <a:endParaRPr lang="zh-CN" sz="1400">
              <a:solidFill>
                <a:schemeClr val="bg1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9087" y="3505222"/>
            <a:ext cx="6757670" cy="1078230"/>
          </a:xfrm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92075" marR="1854200" algn="just">
              <a:lnSpc>
                <a:spcPct val="120000"/>
              </a:lnSpc>
              <a:spcBef>
                <a:spcPts val="145"/>
              </a:spcBef>
            </a:pP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HIKVISION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is an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intelligent Internet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of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things (Iot)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solution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and big data  service provider with video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as its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core, focusing </a:t>
            </a:r>
            <a:r>
              <a:rPr sz="100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on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Iot, big data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service 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and smart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business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to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build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an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open and </a:t>
            </a:r>
            <a:r>
              <a:rPr sz="1000" spc="1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cooperative ecosystem, 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to </a:t>
            </a:r>
            <a:r>
              <a:rPr sz="1000" spc="10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provide  </a:t>
            </a:r>
            <a:r>
              <a:rPr sz="1000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services for public</a:t>
            </a:r>
            <a:r>
              <a:rPr sz="1000" spc="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000" spc="-5" dirty="0">
                <a:solidFill>
                  <a:srgbClr val="808080"/>
                </a:solidFill>
                <a:latin typeface="黑体" panose="02010609060101010101" charset="-122"/>
                <a:cs typeface="黑体" panose="02010609060101010101" charset="-122"/>
              </a:rPr>
              <a:t>service.</a:t>
            </a:r>
            <a:endParaRPr sz="1000">
              <a:latin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87" y="330898"/>
            <a:ext cx="4710036" cy="77391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40677" y="521309"/>
            <a:ext cx="1819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诚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信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铸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就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品</a:t>
            </a:r>
            <a:r>
              <a:rPr sz="1800" b="0" spc="-254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b="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质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9032" y="521309"/>
            <a:ext cx="182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创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新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引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领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未</a:t>
            </a:r>
            <a:r>
              <a:rPr sz="1800" spc="-25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800" dirty="0">
                <a:solidFill>
                  <a:srgbClr val="282B3D"/>
                </a:solidFill>
                <a:latin typeface="黑体" panose="02010609060101010101" charset="-122"/>
                <a:cs typeface="黑体" panose="02010609060101010101" charset="-122"/>
              </a:rPr>
              <a:t>来</a:t>
            </a:r>
            <a:endParaRPr sz="1800"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3"/>
          <p:cNvSpPr txBox="1"/>
          <p:nvPr/>
        </p:nvSpPr>
        <p:spPr>
          <a:xfrm>
            <a:off x="228600" y="1752600"/>
            <a:ext cx="6170930" cy="197548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>
                <a:latin typeface="黑体" panose="02010609060101010101" charset="-122"/>
                <a:cs typeface="黑体" panose="02010609060101010101" charset="-122"/>
              </a:rPr>
              <a:t>杭州陆汇智能科技</a:t>
            </a:r>
            <a:endParaRPr sz="600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sz="6000">
                <a:latin typeface="黑体" panose="02010609060101010101" charset="-122"/>
                <a:cs typeface="黑体" panose="02010609060101010101" charset="-122"/>
              </a:rPr>
              <a:t>欢迎</a:t>
            </a:r>
            <a:r>
              <a:rPr lang="zh-CN" sz="6000">
                <a:latin typeface="黑体" panose="02010609060101010101" charset="-122"/>
                <a:cs typeface="黑体" panose="02010609060101010101" charset="-122"/>
              </a:rPr>
              <a:t>大家</a:t>
            </a:r>
            <a:endParaRPr lang="zh-CN" sz="600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191365" cy="6934200"/>
          </a:xfrm>
          <a:prstGeom prst="rect">
            <a:avLst/>
          </a:prstGeom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2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3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4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5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6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7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8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9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10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11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12.xml><?xml version="1.0" encoding="utf-8"?>
<p:tagLst xmlns:p="http://schemas.openxmlformats.org/presentationml/2006/main">
  <p:tag name="KSO_WM_DIAGRAM_VIRTUALLY_FRAME" val="{&quot;height&quot;:326.89401574803145,&quot;left&quot;:63.96897637795276,&quot;top&quot;:159.001968503937,&quot;width&quot;:329.72787401574806}"/>
</p:tagLst>
</file>

<file path=ppt/tags/tag13.xml><?xml version="1.0" encoding="utf-8"?>
<p:tagLst xmlns:p="http://schemas.openxmlformats.org/presentationml/2006/main">
  <p:tag name="KSO_WM_UNIT_PLACING_PICTURE_USER_VIEWPORT" val="{&quot;height&quot;:10940,&quot;width&quot;:16400}"/>
</p:tagLst>
</file>

<file path=ppt/tags/tag14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15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16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17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18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19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0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1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2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3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4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5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6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7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8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29.xml><?xml version="1.0" encoding="utf-8"?>
<p:tagLst xmlns:p="http://schemas.openxmlformats.org/presentationml/2006/main">
  <p:tag name="KSO_WM_DIAGRAM_VIRTUALLY_FRAME" val="{&quot;height&quot;:184.243937007874,&quot;left&quot;:88.731968503937,&quot;top&quot;:225.08,&quot;width&quot;:688.9359842519686}"/>
</p:tagLst>
</file>

<file path=ppt/tags/tag30.xml><?xml version="1.0" encoding="utf-8"?>
<p:tagLst xmlns:p="http://schemas.openxmlformats.org/presentationml/2006/main">
  <p:tag name="COMMONDATA" val="eyJoZGlkIjoiNTk4MjZlZDhhOTM0Y2Q1OTMzMmUxYTE0ZDU1NGExMzQifQ=="/>
  <p:tag name="KSO_WPP_MARK_KEY" val="d5b78fed-b5d4-4135-9beb-43301606f204"/>
  <p:tag name="commondata" val="eyJoZGlkIjoiMWNkNWFjOTVjM2Q2YTExNjJiNTI1M2MxNDg4Y2Q3ND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2630</Words>
  <Application>WPS 演示</Application>
  <PresentationFormat>On-screen Show (4:3)</PresentationFormat>
  <Paragraphs>264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Microsoft JhengHei</vt:lpstr>
      <vt:lpstr>黑体</vt:lpstr>
      <vt:lpstr>微软雅黑</vt:lpstr>
      <vt:lpstr>Times New Roman</vt:lpstr>
      <vt:lpstr>Calibri</vt:lpstr>
      <vt:lpstr>Arial Unicode MS</vt:lpstr>
      <vt:lpstr>Calibri</vt:lpstr>
      <vt:lpstr>Office Theme</vt:lpstr>
      <vt:lpstr>诚 信 铸 就 品 质</vt:lpstr>
      <vt:lpstr>目 录</vt:lpstr>
      <vt:lpstr>公司介绍</vt:lpstr>
      <vt:lpstr>企业简介</vt:lpstr>
      <vt:lpstr>企业文化</vt:lpstr>
      <vt:lpstr>白领工作岗位</vt:lpstr>
      <vt:lpstr>主要业务</vt:lpstr>
      <vt:lpstr>车辆/车牌识别</vt:lpstr>
      <vt:lpstr>人体识别</vt:lpstr>
      <vt:lpstr>文字识别</vt:lpstr>
      <vt:lpstr>环境与薪酬</vt:lpstr>
      <vt:lpstr>岗位介绍</vt:lpstr>
      <vt:lpstr>PowerPoint 演示文稿</vt:lpstr>
      <vt:lpstr>PowerPoint 演示文稿</vt:lpstr>
      <vt:lpstr>办公环境</vt:lpstr>
      <vt:lpstr>PowerPoint 演示文稿</vt:lpstr>
      <vt:lpstr>食堂环境</vt:lpstr>
      <vt:lpstr>生活福利</vt:lpstr>
      <vt:lpstr>园区与规范</vt:lpstr>
      <vt:lpstr>入职流程</vt:lpstr>
      <vt:lpstr>旅游打卡</vt:lpstr>
      <vt:lpstr>诚 信 铸 就 品 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诚 信 铸 就 品 质</dc:title>
  <dc:creator/>
  <cp:lastModifiedBy>Administrator</cp:lastModifiedBy>
  <cp:revision>19</cp:revision>
  <dcterms:created xsi:type="dcterms:W3CDTF">2022-05-14T01:23:00Z</dcterms:created>
  <dcterms:modified xsi:type="dcterms:W3CDTF">2026-09-23T07:01:04Z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2022-05-18T08:00:00Z</vt:filetime>
  </property>
  <property fmtid="{D5CDD505-2E9C-101B-9397-08002B2CF9AE}" pid="3" name="Creator">
    <vt:lpwstr>WPS 演示</vt:lpwstr>
  </property>
  <property fmtid="{D5CDD505-2E9C-101B-9397-08002B2CF9AE}" pid="4" name="LastSaved">
    <vt:filetime>2022-05-18T08:00:00Z</vt:filetime>
  </property>
  <property fmtid="{D5CDD505-2E9C-101B-9397-08002B2CF9AE}" pid="5" name="ICV">
    <vt:lpwstr>DF1DE5AEB78A4C7FAF0661DE66631780_13</vt:lpwstr>
  </property>
  <property fmtid="{D5CDD505-2E9C-101B-9397-08002B2CF9AE}" pid="6" name="KSOProductBuildVer">
    <vt:lpwstr>2052-12.8.2.18205</vt:lpwstr>
  </property>
</Properties>
</file>